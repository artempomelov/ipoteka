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5" r:id="rId13"/>
    <p:sldId id="269" r:id="rId14"/>
    <p:sldId id="268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</p:sldIdLst>
  <p:sldSz cx="18288000" cy="10287000"/>
  <p:notesSz cx="6858000" cy="9144000"/>
  <p:embeddedFontLst>
    <p:embeddedFont>
      <p:font typeface="Calibri" panose="020F0502020204030204" pitchFamily="34" charset="0"/>
      <p:regular r:id="rId25"/>
      <p:bold r:id="rId26"/>
      <p:italic r:id="rId27"/>
      <p:boldItalic r:id="rId28"/>
    </p:embeddedFont>
    <p:embeddedFont>
      <p:font typeface="Calibri (MS) Bold" panose="020B0604020202020204" charset="0"/>
      <p:regular r:id="rId29"/>
    </p:embeddedFont>
    <p:embeddedFont>
      <p:font typeface="Calibri (MS)" panose="020B0604020202020204" charset="0"/>
      <p:regular r:id="rId30"/>
    </p:embeddedFont>
    <p:embeddedFont>
      <p:font typeface="Montserrat Bold" panose="020B0604020202020204" charset="-52"/>
      <p:regular r:id="rId31"/>
    </p:embeddedFont>
    <p:embeddedFont>
      <p:font typeface="Inter" panose="020B0604020202020204" charset="0"/>
      <p:regular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3" d="100"/>
          <a:sy n="53" d="100"/>
        </p:scale>
        <p:origin x="336" y="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06.06.2026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‹#›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6272882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‹#›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42714058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‹#›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1262436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‹#›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4200247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‹#›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0956717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‹#›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4108585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‹#›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2288675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27267719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‹#›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8835931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‹#›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20409757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‹#›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0511745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‹#›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49839922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‹#›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3306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jpe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.jpe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7.png"/><Relationship Id="rId4" Type="http://schemas.openxmlformats.org/officeDocument/2006/relationships/image" Target="../media/image12.png"/><Relationship Id="rId9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png"/><Relationship Id="rId18" Type="http://schemas.openxmlformats.org/officeDocument/2006/relationships/image" Target="../media/image30.png"/><Relationship Id="rId26" Type="http://schemas.openxmlformats.org/officeDocument/2006/relationships/image" Target="../media/image38.png"/><Relationship Id="rId3" Type="http://schemas.openxmlformats.org/officeDocument/2006/relationships/image" Target="../media/image16.png"/><Relationship Id="rId21" Type="http://schemas.openxmlformats.org/officeDocument/2006/relationships/image" Target="../media/image33.pn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17" Type="http://schemas.openxmlformats.org/officeDocument/2006/relationships/image" Target="../media/image29.png"/><Relationship Id="rId25" Type="http://schemas.openxmlformats.org/officeDocument/2006/relationships/image" Target="../media/image37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1.jpeg"/><Relationship Id="rId20" Type="http://schemas.openxmlformats.org/officeDocument/2006/relationships/image" Target="../media/image32.png"/><Relationship Id="rId29" Type="http://schemas.openxmlformats.org/officeDocument/2006/relationships/image" Target="../media/image4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24" Type="http://schemas.openxmlformats.org/officeDocument/2006/relationships/image" Target="../media/image36.png"/><Relationship Id="rId5" Type="http://schemas.openxmlformats.org/officeDocument/2006/relationships/image" Target="../media/image18.png"/><Relationship Id="rId15" Type="http://schemas.openxmlformats.org/officeDocument/2006/relationships/image" Target="../media/image28.png"/><Relationship Id="rId23" Type="http://schemas.openxmlformats.org/officeDocument/2006/relationships/image" Target="../media/image35.png"/><Relationship Id="rId28" Type="http://schemas.openxmlformats.org/officeDocument/2006/relationships/image" Target="../media/image40.png"/><Relationship Id="rId10" Type="http://schemas.openxmlformats.org/officeDocument/2006/relationships/image" Target="../media/image23.png"/><Relationship Id="rId19" Type="http://schemas.openxmlformats.org/officeDocument/2006/relationships/image" Target="../media/image31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Relationship Id="rId14" Type="http://schemas.openxmlformats.org/officeDocument/2006/relationships/image" Target="../media/image27.png"/><Relationship Id="rId22" Type="http://schemas.openxmlformats.org/officeDocument/2006/relationships/image" Target="../media/image34.png"/><Relationship Id="rId27" Type="http://schemas.openxmlformats.org/officeDocument/2006/relationships/image" Target="../media/image3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svg"/><Relationship Id="rId13" Type="http://schemas.openxmlformats.org/officeDocument/2006/relationships/image" Target="../media/image73.svg"/><Relationship Id="rId18" Type="http://schemas.openxmlformats.org/officeDocument/2006/relationships/image" Target="../media/image52.png"/><Relationship Id="rId26" Type="http://schemas.openxmlformats.org/officeDocument/2006/relationships/image" Target="../media/image56.png"/><Relationship Id="rId3" Type="http://schemas.openxmlformats.org/officeDocument/2006/relationships/image" Target="../media/image44.svg"/><Relationship Id="rId21" Type="http://schemas.openxmlformats.org/officeDocument/2006/relationships/image" Target="../media/image81.svg"/><Relationship Id="rId7" Type="http://schemas.openxmlformats.org/officeDocument/2006/relationships/image" Target="../media/image46.png"/><Relationship Id="rId12" Type="http://schemas.openxmlformats.org/officeDocument/2006/relationships/image" Target="../media/image49.png"/><Relationship Id="rId17" Type="http://schemas.openxmlformats.org/officeDocument/2006/relationships/image" Target="../media/image77.svg"/><Relationship Id="rId25" Type="http://schemas.openxmlformats.org/officeDocument/2006/relationships/image" Target="../media/image85.svg"/><Relationship Id="rId2" Type="http://schemas.openxmlformats.org/officeDocument/2006/relationships/image" Target="../media/image43.png"/><Relationship Id="rId16" Type="http://schemas.openxmlformats.org/officeDocument/2006/relationships/image" Target="../media/image76.svg"/><Relationship Id="rId20" Type="http://schemas.openxmlformats.org/officeDocument/2006/relationships/image" Target="../media/image53.png"/><Relationship Id="rId29" Type="http://schemas.openxmlformats.org/officeDocument/2006/relationships/image" Target="../media/image5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6.svg"/><Relationship Id="rId11" Type="http://schemas.openxmlformats.org/officeDocument/2006/relationships/image" Target="../media/image71.svg"/><Relationship Id="rId24" Type="http://schemas.openxmlformats.org/officeDocument/2006/relationships/image" Target="../media/image55.png"/><Relationship Id="rId5" Type="http://schemas.openxmlformats.org/officeDocument/2006/relationships/image" Target="../media/image45.png"/><Relationship Id="rId15" Type="http://schemas.openxmlformats.org/officeDocument/2006/relationships/image" Target="../media/image51.png"/><Relationship Id="rId23" Type="http://schemas.openxmlformats.org/officeDocument/2006/relationships/image" Target="../media/image83.svg"/><Relationship Id="rId28" Type="http://schemas.openxmlformats.org/officeDocument/2006/relationships/image" Target="../media/image88.svg"/><Relationship Id="rId10" Type="http://schemas.openxmlformats.org/officeDocument/2006/relationships/image" Target="../media/image48.png"/><Relationship Id="rId19" Type="http://schemas.openxmlformats.org/officeDocument/2006/relationships/image" Target="../media/image79.svg"/><Relationship Id="rId4" Type="http://schemas.openxmlformats.org/officeDocument/2006/relationships/image" Target="../media/image44.png"/><Relationship Id="rId9" Type="http://schemas.openxmlformats.org/officeDocument/2006/relationships/image" Target="../media/image47.png"/><Relationship Id="rId14" Type="http://schemas.openxmlformats.org/officeDocument/2006/relationships/image" Target="../media/image50.png"/><Relationship Id="rId22" Type="http://schemas.openxmlformats.org/officeDocument/2006/relationships/image" Target="../media/image54.png"/><Relationship Id="rId27" Type="http://schemas.openxmlformats.org/officeDocument/2006/relationships/image" Target="../media/image87.svg"/><Relationship Id="rId30" Type="http://schemas.openxmlformats.org/officeDocument/2006/relationships/image" Target="../media/image58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svg"/><Relationship Id="rId13" Type="http://schemas.openxmlformats.org/officeDocument/2006/relationships/image" Target="../media/image54.svg"/><Relationship Id="rId18" Type="http://schemas.openxmlformats.org/officeDocument/2006/relationships/image" Target="../media/image67.png"/><Relationship Id="rId3" Type="http://schemas.openxmlformats.org/officeDocument/2006/relationships/image" Target="../media/image44.svg"/><Relationship Id="rId21" Type="http://schemas.openxmlformats.org/officeDocument/2006/relationships/image" Target="../media/image68.png"/><Relationship Id="rId7" Type="http://schemas.openxmlformats.org/officeDocument/2006/relationships/image" Target="../media/image61.png"/><Relationship Id="rId12" Type="http://schemas.openxmlformats.org/officeDocument/2006/relationships/image" Target="../media/image64.png"/><Relationship Id="rId17" Type="http://schemas.openxmlformats.org/officeDocument/2006/relationships/image" Target="../media/image66.png"/><Relationship Id="rId2" Type="http://schemas.openxmlformats.org/officeDocument/2006/relationships/image" Target="../media/image43.png"/><Relationship Id="rId16" Type="http://schemas.openxmlformats.org/officeDocument/2006/relationships/image" Target="../media/image57.svg"/><Relationship Id="rId20" Type="http://schemas.openxmlformats.org/officeDocument/2006/relationships/image" Target="../media/image6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7.svg"/><Relationship Id="rId11" Type="http://schemas.openxmlformats.org/officeDocument/2006/relationships/image" Target="../media/image52.svg"/><Relationship Id="rId5" Type="http://schemas.openxmlformats.org/officeDocument/2006/relationships/image" Target="../media/image60.png"/><Relationship Id="rId15" Type="http://schemas.openxmlformats.org/officeDocument/2006/relationships/image" Target="../media/image56.svg"/><Relationship Id="rId10" Type="http://schemas.openxmlformats.org/officeDocument/2006/relationships/image" Target="../media/image63.png"/><Relationship Id="rId19" Type="http://schemas.openxmlformats.org/officeDocument/2006/relationships/image" Target="../media/image60.svg"/><Relationship Id="rId4" Type="http://schemas.openxmlformats.org/officeDocument/2006/relationships/image" Target="../media/image59.png"/><Relationship Id="rId9" Type="http://schemas.openxmlformats.org/officeDocument/2006/relationships/image" Target="../media/image62.png"/><Relationship Id="rId14" Type="http://schemas.openxmlformats.org/officeDocument/2006/relationships/image" Target="../media/image65.png"/><Relationship Id="rId22" Type="http://schemas.openxmlformats.org/officeDocument/2006/relationships/image" Target="../media/image58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2.svg"/><Relationship Id="rId13" Type="http://schemas.openxmlformats.org/officeDocument/2006/relationships/image" Target="../media/image127.svg"/><Relationship Id="rId18" Type="http://schemas.openxmlformats.org/officeDocument/2006/relationships/image" Target="../media/image132.svg"/><Relationship Id="rId3" Type="http://schemas.openxmlformats.org/officeDocument/2006/relationships/image" Target="../media/image117.svg"/><Relationship Id="rId21" Type="http://schemas.openxmlformats.org/officeDocument/2006/relationships/image" Target="../media/image58.png"/><Relationship Id="rId7" Type="http://schemas.openxmlformats.org/officeDocument/2006/relationships/image" Target="../media/image121.svg"/><Relationship Id="rId12" Type="http://schemas.openxmlformats.org/officeDocument/2006/relationships/image" Target="../media/image72.png"/><Relationship Id="rId17" Type="http://schemas.openxmlformats.org/officeDocument/2006/relationships/image" Target="../media/image131.svg"/><Relationship Id="rId2" Type="http://schemas.openxmlformats.org/officeDocument/2006/relationships/image" Target="../media/image43.png"/><Relationship Id="rId16" Type="http://schemas.openxmlformats.org/officeDocument/2006/relationships/image" Target="../media/image130.svg"/><Relationship Id="rId20" Type="http://schemas.openxmlformats.org/officeDocument/2006/relationships/image" Target="../media/image134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0.png"/><Relationship Id="rId11" Type="http://schemas.openxmlformats.org/officeDocument/2006/relationships/image" Target="../media/image125.svg"/><Relationship Id="rId5" Type="http://schemas.openxmlformats.org/officeDocument/2006/relationships/image" Target="../media/image119.svg"/><Relationship Id="rId15" Type="http://schemas.openxmlformats.org/officeDocument/2006/relationships/image" Target="../media/image129.svg"/><Relationship Id="rId10" Type="http://schemas.openxmlformats.org/officeDocument/2006/relationships/image" Target="../media/image124.svg"/><Relationship Id="rId19" Type="http://schemas.openxmlformats.org/officeDocument/2006/relationships/image" Target="../media/image133.svg"/><Relationship Id="rId4" Type="http://schemas.openxmlformats.org/officeDocument/2006/relationships/image" Target="../media/image69.png"/><Relationship Id="rId9" Type="http://schemas.openxmlformats.org/officeDocument/2006/relationships/image" Target="../media/image71.png"/><Relationship Id="rId14" Type="http://schemas.openxmlformats.org/officeDocument/2006/relationships/image" Target="../media/image73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9.svg"/><Relationship Id="rId13" Type="http://schemas.openxmlformats.org/officeDocument/2006/relationships/image" Target="../media/image144.svg"/><Relationship Id="rId18" Type="http://schemas.openxmlformats.org/officeDocument/2006/relationships/image" Target="../media/image149.svg"/><Relationship Id="rId3" Type="http://schemas.openxmlformats.org/officeDocument/2006/relationships/image" Target="../media/image117.svg"/><Relationship Id="rId7" Type="http://schemas.openxmlformats.org/officeDocument/2006/relationships/image" Target="../media/image138.svg"/><Relationship Id="rId12" Type="http://schemas.openxmlformats.org/officeDocument/2006/relationships/image" Target="../media/image143.svg"/><Relationship Id="rId17" Type="http://schemas.openxmlformats.org/officeDocument/2006/relationships/image" Target="../media/image148.svg"/><Relationship Id="rId2" Type="http://schemas.openxmlformats.org/officeDocument/2006/relationships/image" Target="../media/image43.png"/><Relationship Id="rId16" Type="http://schemas.openxmlformats.org/officeDocument/2006/relationships/image" Target="../media/image147.svg"/><Relationship Id="rId20" Type="http://schemas.openxmlformats.org/officeDocument/2006/relationships/image" Target="../media/image5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5.png"/><Relationship Id="rId11" Type="http://schemas.openxmlformats.org/officeDocument/2006/relationships/image" Target="../media/image142.svg"/><Relationship Id="rId5" Type="http://schemas.openxmlformats.org/officeDocument/2006/relationships/image" Target="../media/image136.svg"/><Relationship Id="rId15" Type="http://schemas.openxmlformats.org/officeDocument/2006/relationships/image" Target="../media/image146.svg"/><Relationship Id="rId10" Type="http://schemas.openxmlformats.org/officeDocument/2006/relationships/image" Target="../media/image141.svg"/><Relationship Id="rId19" Type="http://schemas.openxmlformats.org/officeDocument/2006/relationships/image" Target="../media/image150.svg"/><Relationship Id="rId4" Type="http://schemas.openxmlformats.org/officeDocument/2006/relationships/image" Target="../media/image74.png"/><Relationship Id="rId9" Type="http://schemas.openxmlformats.org/officeDocument/2006/relationships/image" Target="../media/image140.svg"/><Relationship Id="rId14" Type="http://schemas.openxmlformats.org/officeDocument/2006/relationships/image" Target="../media/image145.sv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5.svg"/><Relationship Id="rId3" Type="http://schemas.openxmlformats.org/officeDocument/2006/relationships/image" Target="../media/image117.svg"/><Relationship Id="rId7" Type="http://schemas.openxmlformats.org/officeDocument/2006/relationships/image" Target="../media/image154.svg"/><Relationship Id="rId12" Type="http://schemas.openxmlformats.org/officeDocument/2006/relationships/image" Target="../media/image58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3.svg"/><Relationship Id="rId11" Type="http://schemas.openxmlformats.org/officeDocument/2006/relationships/image" Target="../media/image158.svg"/><Relationship Id="rId5" Type="http://schemas.openxmlformats.org/officeDocument/2006/relationships/image" Target="../media/image152.svg"/><Relationship Id="rId10" Type="http://schemas.openxmlformats.org/officeDocument/2006/relationships/image" Target="../media/image77.png"/><Relationship Id="rId4" Type="http://schemas.openxmlformats.org/officeDocument/2006/relationships/image" Target="../media/image76.png"/><Relationship Id="rId9" Type="http://schemas.openxmlformats.org/officeDocument/2006/relationships/image" Target="../media/image156.sv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png"/><Relationship Id="rId13" Type="http://schemas.openxmlformats.org/officeDocument/2006/relationships/image" Target="../media/image168.svg"/><Relationship Id="rId18" Type="http://schemas.openxmlformats.org/officeDocument/2006/relationships/image" Target="../media/image58.png"/><Relationship Id="rId3" Type="http://schemas.openxmlformats.org/officeDocument/2006/relationships/image" Target="../media/image117.svg"/><Relationship Id="rId7" Type="http://schemas.openxmlformats.org/officeDocument/2006/relationships/image" Target="../media/image162.svg"/><Relationship Id="rId12" Type="http://schemas.openxmlformats.org/officeDocument/2006/relationships/image" Target="../media/image83.png"/><Relationship Id="rId17" Type="http://schemas.openxmlformats.org/officeDocument/2006/relationships/image" Target="../media/image172.svg"/><Relationship Id="rId2" Type="http://schemas.openxmlformats.org/officeDocument/2006/relationships/image" Target="../media/image43.png"/><Relationship Id="rId16" Type="http://schemas.openxmlformats.org/officeDocument/2006/relationships/image" Target="../media/image17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9.png"/><Relationship Id="rId11" Type="http://schemas.openxmlformats.org/officeDocument/2006/relationships/image" Target="../media/image82.png"/><Relationship Id="rId5" Type="http://schemas.openxmlformats.org/officeDocument/2006/relationships/image" Target="../media/image160.svg"/><Relationship Id="rId15" Type="http://schemas.openxmlformats.org/officeDocument/2006/relationships/image" Target="../media/image170.svg"/><Relationship Id="rId10" Type="http://schemas.openxmlformats.org/officeDocument/2006/relationships/image" Target="../media/image81.png"/><Relationship Id="rId4" Type="http://schemas.openxmlformats.org/officeDocument/2006/relationships/image" Target="../media/image78.png"/><Relationship Id="rId9" Type="http://schemas.openxmlformats.org/officeDocument/2006/relationships/image" Target="../media/image164.svg"/><Relationship Id="rId14" Type="http://schemas.openxmlformats.org/officeDocument/2006/relationships/image" Target="../media/image84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7.svg"/><Relationship Id="rId13" Type="http://schemas.openxmlformats.org/officeDocument/2006/relationships/image" Target="../media/image182.svg"/><Relationship Id="rId18" Type="http://schemas.openxmlformats.org/officeDocument/2006/relationships/image" Target="../media/image58.png"/><Relationship Id="rId3" Type="http://schemas.openxmlformats.org/officeDocument/2006/relationships/image" Target="../media/image117.svg"/><Relationship Id="rId7" Type="http://schemas.openxmlformats.org/officeDocument/2006/relationships/image" Target="../media/image176.svg"/><Relationship Id="rId12" Type="http://schemas.openxmlformats.org/officeDocument/2006/relationships/image" Target="../media/image181.svg"/><Relationship Id="rId17" Type="http://schemas.openxmlformats.org/officeDocument/2006/relationships/image" Target="../media/image186.svg"/><Relationship Id="rId2" Type="http://schemas.openxmlformats.org/officeDocument/2006/relationships/image" Target="../media/image43.png"/><Relationship Id="rId16" Type="http://schemas.openxmlformats.org/officeDocument/2006/relationships/image" Target="../media/image8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6.png"/><Relationship Id="rId11" Type="http://schemas.openxmlformats.org/officeDocument/2006/relationships/image" Target="../media/image180.svg"/><Relationship Id="rId5" Type="http://schemas.openxmlformats.org/officeDocument/2006/relationships/image" Target="../media/image174.svg"/><Relationship Id="rId15" Type="http://schemas.openxmlformats.org/officeDocument/2006/relationships/image" Target="../media/image184.svg"/><Relationship Id="rId10" Type="http://schemas.openxmlformats.org/officeDocument/2006/relationships/image" Target="../media/image179.svg"/><Relationship Id="rId4" Type="http://schemas.openxmlformats.org/officeDocument/2006/relationships/image" Target="../media/image85.png"/><Relationship Id="rId9" Type="http://schemas.openxmlformats.org/officeDocument/2006/relationships/image" Target="../media/image87.png"/><Relationship Id="rId14" Type="http://schemas.openxmlformats.org/officeDocument/2006/relationships/image" Target="../media/image88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0.svg"/><Relationship Id="rId13" Type="http://schemas.openxmlformats.org/officeDocument/2006/relationships/image" Target="../media/image195.svg"/><Relationship Id="rId18" Type="http://schemas.openxmlformats.org/officeDocument/2006/relationships/image" Target="../media/image200.svg"/><Relationship Id="rId3" Type="http://schemas.openxmlformats.org/officeDocument/2006/relationships/image" Target="../media/image117.svg"/><Relationship Id="rId7" Type="http://schemas.openxmlformats.org/officeDocument/2006/relationships/image" Target="../media/image189.svg"/><Relationship Id="rId12" Type="http://schemas.openxmlformats.org/officeDocument/2006/relationships/image" Target="../media/image194.svg"/><Relationship Id="rId17" Type="http://schemas.openxmlformats.org/officeDocument/2006/relationships/image" Target="../media/image92.png"/><Relationship Id="rId2" Type="http://schemas.openxmlformats.org/officeDocument/2006/relationships/image" Target="../media/image43.png"/><Relationship Id="rId16" Type="http://schemas.openxmlformats.org/officeDocument/2006/relationships/image" Target="../media/image198.svg"/><Relationship Id="rId20" Type="http://schemas.openxmlformats.org/officeDocument/2006/relationships/image" Target="../media/image5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0.png"/><Relationship Id="rId11" Type="http://schemas.openxmlformats.org/officeDocument/2006/relationships/image" Target="../media/image193.svg"/><Relationship Id="rId5" Type="http://schemas.openxmlformats.org/officeDocument/2006/relationships/image" Target="../media/image187.svg"/><Relationship Id="rId15" Type="http://schemas.openxmlformats.org/officeDocument/2006/relationships/image" Target="../media/image197.svg"/><Relationship Id="rId10" Type="http://schemas.openxmlformats.org/officeDocument/2006/relationships/image" Target="../media/image192.svg"/><Relationship Id="rId19" Type="http://schemas.openxmlformats.org/officeDocument/2006/relationships/image" Target="../media/image93.png"/><Relationship Id="rId4" Type="http://schemas.openxmlformats.org/officeDocument/2006/relationships/image" Target="../media/image74.png"/><Relationship Id="rId9" Type="http://schemas.openxmlformats.org/officeDocument/2006/relationships/image" Target="../media/image91.png"/><Relationship Id="rId14" Type="http://schemas.openxmlformats.org/officeDocument/2006/relationships/image" Target="../media/image196.sv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6.svg"/><Relationship Id="rId13" Type="http://schemas.openxmlformats.org/officeDocument/2006/relationships/image" Target="../media/image99.png"/><Relationship Id="rId18" Type="http://schemas.openxmlformats.org/officeDocument/2006/relationships/image" Target="../media/image216.svg"/><Relationship Id="rId3" Type="http://schemas.openxmlformats.org/officeDocument/2006/relationships/image" Target="../media/image117.svg"/><Relationship Id="rId21" Type="http://schemas.openxmlformats.org/officeDocument/2006/relationships/image" Target="../media/image103.png"/><Relationship Id="rId7" Type="http://schemas.openxmlformats.org/officeDocument/2006/relationships/image" Target="../media/image96.png"/><Relationship Id="rId12" Type="http://schemas.openxmlformats.org/officeDocument/2006/relationships/image" Target="../media/image210.svg"/><Relationship Id="rId17" Type="http://schemas.openxmlformats.org/officeDocument/2006/relationships/image" Target="../media/image101.png"/><Relationship Id="rId2" Type="http://schemas.openxmlformats.org/officeDocument/2006/relationships/image" Target="../media/image43.png"/><Relationship Id="rId16" Type="http://schemas.openxmlformats.org/officeDocument/2006/relationships/image" Target="../media/image100.png"/><Relationship Id="rId20" Type="http://schemas.openxmlformats.org/officeDocument/2006/relationships/image" Target="../media/image10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4.svg"/><Relationship Id="rId11" Type="http://schemas.openxmlformats.org/officeDocument/2006/relationships/image" Target="../media/image98.png"/><Relationship Id="rId24" Type="http://schemas.openxmlformats.org/officeDocument/2006/relationships/image" Target="../media/image58.png"/><Relationship Id="rId5" Type="http://schemas.openxmlformats.org/officeDocument/2006/relationships/image" Target="../media/image95.png"/><Relationship Id="rId15" Type="http://schemas.openxmlformats.org/officeDocument/2006/relationships/image" Target="../media/image213.svg"/><Relationship Id="rId23" Type="http://schemas.openxmlformats.org/officeDocument/2006/relationships/image" Target="../media/image104.png"/><Relationship Id="rId10" Type="http://schemas.openxmlformats.org/officeDocument/2006/relationships/image" Target="../media/image208.svg"/><Relationship Id="rId19" Type="http://schemas.openxmlformats.org/officeDocument/2006/relationships/image" Target="../media/image217.svg"/><Relationship Id="rId4" Type="http://schemas.openxmlformats.org/officeDocument/2006/relationships/image" Target="../media/image94.png"/><Relationship Id="rId9" Type="http://schemas.openxmlformats.org/officeDocument/2006/relationships/image" Target="../media/image97.png"/><Relationship Id="rId14" Type="http://schemas.openxmlformats.org/officeDocument/2006/relationships/image" Target="../media/image212.svg"/><Relationship Id="rId22" Type="http://schemas.openxmlformats.org/officeDocument/2006/relationships/image" Target="../media/image220.sv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7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463040" y="-1463040"/>
            <a:ext cx="5486400" cy="5486400"/>
            <a:chOff x="0" y="0"/>
            <a:chExt cx="7315200" cy="73152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315200" cy="7315200"/>
            </a:xfrm>
            <a:custGeom>
              <a:avLst/>
              <a:gdLst/>
              <a:ahLst/>
              <a:cxnLst/>
              <a:rect l="l" t="t" r="r" b="b"/>
              <a:pathLst>
                <a:path w="7315200" h="7315200">
                  <a:moveTo>
                    <a:pt x="0" y="3657600"/>
                  </a:moveTo>
                  <a:cubicBezTo>
                    <a:pt x="0" y="1637538"/>
                    <a:pt x="1637538" y="0"/>
                    <a:pt x="3657600" y="0"/>
                  </a:cubicBezTo>
                  <a:cubicBezTo>
                    <a:pt x="5677662" y="0"/>
                    <a:pt x="7315200" y="1637538"/>
                    <a:pt x="7315200" y="3657600"/>
                  </a:cubicBezTo>
                  <a:cubicBezTo>
                    <a:pt x="7315200" y="5677662"/>
                    <a:pt x="5677662" y="7315200"/>
                    <a:pt x="3657600" y="7315200"/>
                  </a:cubicBezTo>
                  <a:cubicBezTo>
                    <a:pt x="1637538" y="7315200"/>
                    <a:pt x="0" y="5677662"/>
                    <a:pt x="0" y="3657600"/>
                  </a:cubicBezTo>
                  <a:close/>
                </a:path>
              </a:pathLst>
            </a:custGeom>
            <a:solidFill>
              <a:srgbClr val="7C3AED">
                <a:alpha val="4706"/>
              </a:srgbClr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4996160" y="6949440"/>
            <a:ext cx="4388853" cy="4388853"/>
            <a:chOff x="0" y="0"/>
            <a:chExt cx="5851804" cy="585180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851779" cy="5851779"/>
            </a:xfrm>
            <a:custGeom>
              <a:avLst/>
              <a:gdLst/>
              <a:ahLst/>
              <a:cxnLst/>
              <a:rect l="l" t="t" r="r" b="b"/>
              <a:pathLst>
                <a:path w="5851779" h="5851779">
                  <a:moveTo>
                    <a:pt x="0" y="2925953"/>
                  </a:moveTo>
                  <a:cubicBezTo>
                    <a:pt x="0" y="1310005"/>
                    <a:pt x="1310005" y="0"/>
                    <a:pt x="2925953" y="0"/>
                  </a:cubicBezTo>
                  <a:cubicBezTo>
                    <a:pt x="4541901" y="0"/>
                    <a:pt x="5851779" y="1310005"/>
                    <a:pt x="5851779" y="2925953"/>
                  </a:cubicBezTo>
                  <a:cubicBezTo>
                    <a:pt x="5851779" y="4541901"/>
                    <a:pt x="4541774" y="5851779"/>
                    <a:pt x="2925953" y="5851779"/>
                  </a:cubicBezTo>
                  <a:cubicBezTo>
                    <a:pt x="1310132" y="5851779"/>
                    <a:pt x="0" y="4541774"/>
                    <a:pt x="0" y="2925953"/>
                  </a:cubicBezTo>
                  <a:close/>
                </a:path>
              </a:pathLst>
            </a:custGeom>
            <a:solidFill>
              <a:srgbClr val="A855F7">
                <a:alpha val="3137"/>
              </a:srgbClr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3898880" y="-914400"/>
            <a:ext cx="2560053" cy="2560053"/>
            <a:chOff x="0" y="0"/>
            <a:chExt cx="3413404" cy="341340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413379" cy="3413379"/>
            </a:xfrm>
            <a:custGeom>
              <a:avLst/>
              <a:gdLst/>
              <a:ahLst/>
              <a:cxnLst/>
              <a:rect l="l" t="t" r="r" b="b"/>
              <a:pathLst>
                <a:path w="3413379" h="3413379">
                  <a:moveTo>
                    <a:pt x="0" y="1706753"/>
                  </a:moveTo>
                  <a:cubicBezTo>
                    <a:pt x="0" y="764159"/>
                    <a:pt x="764159" y="0"/>
                    <a:pt x="1706753" y="0"/>
                  </a:cubicBezTo>
                  <a:cubicBezTo>
                    <a:pt x="2649347" y="0"/>
                    <a:pt x="3413379" y="764159"/>
                    <a:pt x="3413379" y="1706753"/>
                  </a:cubicBezTo>
                  <a:cubicBezTo>
                    <a:pt x="3413379" y="2649347"/>
                    <a:pt x="2649347" y="3413379"/>
                    <a:pt x="1706753" y="3413379"/>
                  </a:cubicBezTo>
                  <a:cubicBezTo>
                    <a:pt x="764159" y="3413379"/>
                    <a:pt x="0" y="2649347"/>
                    <a:pt x="0" y="1706753"/>
                  </a:cubicBezTo>
                  <a:close/>
                </a:path>
              </a:pathLst>
            </a:custGeom>
            <a:solidFill>
              <a:srgbClr val="C084FC">
                <a:alpha val="6275"/>
              </a:srgbClr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-548640" y="7680960"/>
            <a:ext cx="2926347" cy="2926347"/>
            <a:chOff x="0" y="0"/>
            <a:chExt cx="3901796" cy="390179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901821" cy="3901821"/>
            </a:xfrm>
            <a:custGeom>
              <a:avLst/>
              <a:gdLst/>
              <a:ahLst/>
              <a:cxnLst/>
              <a:rect l="l" t="t" r="r" b="b"/>
              <a:pathLst>
                <a:path w="3901821" h="3901821">
                  <a:moveTo>
                    <a:pt x="0" y="1950847"/>
                  </a:moveTo>
                  <a:cubicBezTo>
                    <a:pt x="0" y="873506"/>
                    <a:pt x="873506" y="0"/>
                    <a:pt x="1950847" y="0"/>
                  </a:cubicBezTo>
                  <a:cubicBezTo>
                    <a:pt x="3028188" y="0"/>
                    <a:pt x="3901821" y="873506"/>
                    <a:pt x="3901821" y="1950847"/>
                  </a:cubicBezTo>
                  <a:cubicBezTo>
                    <a:pt x="3901821" y="3028188"/>
                    <a:pt x="3028315" y="3901821"/>
                    <a:pt x="1950847" y="3901821"/>
                  </a:cubicBezTo>
                  <a:cubicBezTo>
                    <a:pt x="873379" y="3901821"/>
                    <a:pt x="0" y="3028315"/>
                    <a:pt x="0" y="1950847"/>
                  </a:cubicBezTo>
                  <a:close/>
                </a:path>
              </a:pathLst>
            </a:custGeom>
            <a:solidFill>
              <a:srgbClr val="A855F7">
                <a:alpha val="1961"/>
              </a:srgbClr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914400" y="640080"/>
            <a:ext cx="16459200" cy="823046"/>
            <a:chOff x="0" y="0"/>
            <a:chExt cx="21945600" cy="1097394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1945600" cy="1097400"/>
            </a:xfrm>
            <a:custGeom>
              <a:avLst/>
              <a:gdLst/>
              <a:ahLst/>
              <a:cxnLst/>
              <a:rect l="l" t="t" r="r" b="b"/>
              <a:pathLst>
                <a:path w="21945600" h="1097400">
                  <a:moveTo>
                    <a:pt x="0" y="0"/>
                  </a:moveTo>
                  <a:lnTo>
                    <a:pt x="21945600" y="0"/>
                  </a:lnTo>
                  <a:lnTo>
                    <a:pt x="21945600" y="1097400"/>
                  </a:lnTo>
                  <a:lnTo>
                    <a:pt x="0" y="1097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9658" b="-339657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21945600" cy="114501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060"/>
                </a:lnSpc>
              </a:pPr>
              <a:r>
                <a:rPr lang="en-US" sz="2550" b="1">
                  <a:solidFill>
                    <a:srgbClr val="A855F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&lt;/ Growvibe /&gt;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14400" y="3566160"/>
            <a:ext cx="16459200" cy="2102853"/>
            <a:chOff x="0" y="0"/>
            <a:chExt cx="21945600" cy="2803804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1945600" cy="2803800"/>
            </a:xfrm>
            <a:custGeom>
              <a:avLst/>
              <a:gdLst/>
              <a:ahLst/>
              <a:cxnLst/>
              <a:rect l="l" t="t" r="r" b="b"/>
              <a:pathLst>
                <a:path w="21945600" h="2803800">
                  <a:moveTo>
                    <a:pt x="0" y="0"/>
                  </a:moveTo>
                  <a:lnTo>
                    <a:pt x="21945600" y="0"/>
                  </a:lnTo>
                  <a:lnTo>
                    <a:pt x="21945600" y="2803800"/>
                  </a:lnTo>
                  <a:lnTo>
                    <a:pt x="0" y="2803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2511" b="-102511"/>
              </a:stretch>
            </a:blipFill>
          </p:spPr>
        </p:sp>
        <p:sp>
          <p:nvSpPr>
            <p:cNvPr id="15" name="TextBox 15"/>
            <p:cNvSpPr txBox="1"/>
            <p:nvPr/>
          </p:nvSpPr>
          <p:spPr>
            <a:xfrm>
              <a:off x="0" y="-257175"/>
              <a:ext cx="21945600" cy="306097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4940"/>
                </a:lnSpc>
              </a:pPr>
              <a:r>
                <a:rPr lang="en-US" sz="12450" b="1">
                  <a:solidFill>
                    <a:srgbClr val="A855F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Vibecoding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2743200" y="5943600"/>
            <a:ext cx="12801600" cy="823046"/>
            <a:chOff x="0" y="0"/>
            <a:chExt cx="17068800" cy="1097394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7068800" cy="1097400"/>
            </a:xfrm>
            <a:custGeom>
              <a:avLst/>
              <a:gdLst/>
              <a:ahLst/>
              <a:cxnLst/>
              <a:rect l="l" t="t" r="r" b="b"/>
              <a:pathLst>
                <a:path w="17068800" h="1097400">
                  <a:moveTo>
                    <a:pt x="0" y="0"/>
                  </a:moveTo>
                  <a:lnTo>
                    <a:pt x="17068800" y="0"/>
                  </a:lnTo>
                  <a:lnTo>
                    <a:pt x="17068800" y="1097400"/>
                  </a:lnTo>
                  <a:lnTo>
                    <a:pt x="0" y="1097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53067" b="-253067"/>
              </a:stretch>
            </a:blipFill>
          </p:spPr>
        </p:sp>
        <p:sp>
          <p:nvSpPr>
            <p:cNvPr id="18" name="TextBox 18"/>
            <p:cNvSpPr txBox="1"/>
            <p:nvPr/>
          </p:nvSpPr>
          <p:spPr>
            <a:xfrm>
              <a:off x="0" y="-57150"/>
              <a:ext cx="17068800" cy="115454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E9D5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Меняйся. Усиливай себя. Оставайся человеком.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4572000" y="7498080"/>
            <a:ext cx="9144000" cy="1188453"/>
            <a:chOff x="0" y="0"/>
            <a:chExt cx="12192000" cy="1584604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2192000" cy="1584706"/>
            </a:xfrm>
            <a:custGeom>
              <a:avLst/>
              <a:gdLst/>
              <a:ahLst/>
              <a:cxnLst/>
              <a:rect l="l" t="t" r="r" b="b"/>
              <a:pathLst>
                <a:path w="12192000" h="1584706">
                  <a:moveTo>
                    <a:pt x="0" y="780161"/>
                  </a:moveTo>
                  <a:cubicBezTo>
                    <a:pt x="0" y="349250"/>
                    <a:pt x="349250" y="0"/>
                    <a:pt x="780161" y="0"/>
                  </a:cubicBezTo>
                  <a:lnTo>
                    <a:pt x="11411839" y="0"/>
                  </a:lnTo>
                  <a:cubicBezTo>
                    <a:pt x="11842750" y="0"/>
                    <a:pt x="12192000" y="349250"/>
                    <a:pt x="12192000" y="780161"/>
                  </a:cubicBezTo>
                  <a:lnTo>
                    <a:pt x="12192000" y="804545"/>
                  </a:lnTo>
                  <a:cubicBezTo>
                    <a:pt x="12192000" y="1235329"/>
                    <a:pt x="11842750" y="1584706"/>
                    <a:pt x="11411839" y="1584706"/>
                  </a:cubicBezTo>
                  <a:lnTo>
                    <a:pt x="780161" y="1584706"/>
                  </a:lnTo>
                  <a:cubicBezTo>
                    <a:pt x="349250" y="1584579"/>
                    <a:pt x="0" y="1235329"/>
                    <a:pt x="0" y="804545"/>
                  </a:cubicBezTo>
                  <a:close/>
                </a:path>
              </a:pathLst>
            </a:custGeom>
            <a:solidFill>
              <a:srgbClr val="7C3AED"/>
            </a:solidFill>
          </p:spPr>
        </p:sp>
      </p:grpSp>
      <p:grpSp>
        <p:nvGrpSpPr>
          <p:cNvPr id="21" name="Group 21"/>
          <p:cNvGrpSpPr/>
          <p:nvPr/>
        </p:nvGrpSpPr>
        <p:grpSpPr>
          <a:xfrm>
            <a:off x="6126480" y="7818120"/>
            <a:ext cx="548640" cy="548640"/>
            <a:chOff x="0" y="0"/>
            <a:chExt cx="731520" cy="731520"/>
          </a:xfrm>
        </p:grpSpPr>
        <p:sp>
          <p:nvSpPr>
            <p:cNvPr id="22" name="Freeform 22" descr="preencoded.png"/>
            <p:cNvSpPr/>
            <p:nvPr/>
          </p:nvSpPr>
          <p:spPr>
            <a:xfrm>
              <a:off x="0" y="0"/>
              <a:ext cx="731520" cy="731520"/>
            </a:xfrm>
            <a:custGeom>
              <a:avLst/>
              <a:gdLst/>
              <a:ahLst/>
              <a:cxnLst/>
              <a:rect l="l" t="t" r="r" b="b"/>
              <a:pathLst>
                <a:path w="731520" h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23" name="Group 23"/>
          <p:cNvGrpSpPr/>
          <p:nvPr/>
        </p:nvGrpSpPr>
        <p:grpSpPr>
          <a:xfrm>
            <a:off x="6126480" y="7498080"/>
            <a:ext cx="6949354" cy="1188453"/>
            <a:chOff x="0" y="0"/>
            <a:chExt cx="9265806" cy="1584604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9265800" cy="1584600"/>
            </a:xfrm>
            <a:custGeom>
              <a:avLst/>
              <a:gdLst/>
              <a:ahLst/>
              <a:cxnLst/>
              <a:rect l="l" t="t" r="r" b="b"/>
              <a:pathLst>
                <a:path w="9265800" h="1584600">
                  <a:moveTo>
                    <a:pt x="0" y="0"/>
                  </a:moveTo>
                  <a:lnTo>
                    <a:pt x="9265800" y="0"/>
                  </a:lnTo>
                  <a:lnTo>
                    <a:pt x="9265800" y="1584600"/>
                  </a:lnTo>
                  <a:lnTo>
                    <a:pt x="0" y="1584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3936" b="-63937"/>
              </a:stretch>
            </a:blipFill>
          </p:spPr>
        </p:sp>
        <p:sp>
          <p:nvSpPr>
            <p:cNvPr id="25" name="TextBox 25"/>
            <p:cNvSpPr txBox="1"/>
            <p:nvPr/>
          </p:nvSpPr>
          <p:spPr>
            <a:xfrm>
              <a:off x="0" y="-47625"/>
              <a:ext cx="9265806" cy="163222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060"/>
                </a:lnSpc>
              </a:pPr>
              <a:r>
                <a:rPr lang="en-US" sz="255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Учись. Создавай. Воплощай идеи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7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167360" y="-2194560"/>
            <a:ext cx="6949354" cy="6949354"/>
            <a:chOff x="0" y="0"/>
            <a:chExt cx="9265806" cy="926580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265920" cy="9265920"/>
            </a:xfrm>
            <a:custGeom>
              <a:avLst/>
              <a:gdLst/>
              <a:ahLst/>
              <a:cxnLst/>
              <a:rect l="l" t="t" r="r" b="b"/>
              <a:pathLst>
                <a:path w="9265920" h="9265920">
                  <a:moveTo>
                    <a:pt x="0" y="4632960"/>
                  </a:moveTo>
                  <a:cubicBezTo>
                    <a:pt x="0" y="2074164"/>
                    <a:pt x="2074164" y="0"/>
                    <a:pt x="4632960" y="0"/>
                  </a:cubicBezTo>
                  <a:cubicBezTo>
                    <a:pt x="7191756" y="0"/>
                    <a:pt x="9265920" y="2074164"/>
                    <a:pt x="9265920" y="4632960"/>
                  </a:cubicBezTo>
                  <a:cubicBezTo>
                    <a:pt x="9265920" y="7191756"/>
                    <a:pt x="7191756" y="9265920"/>
                    <a:pt x="4632960" y="9265920"/>
                  </a:cubicBezTo>
                  <a:cubicBezTo>
                    <a:pt x="2074164" y="9265920"/>
                    <a:pt x="0" y="7191629"/>
                    <a:pt x="0" y="4632960"/>
                  </a:cubicBezTo>
                  <a:close/>
                </a:path>
              </a:pathLst>
            </a:custGeom>
            <a:solidFill>
              <a:srgbClr val="A855F7">
                <a:alpha val="1961"/>
              </a:srgbClr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-914400" y="7315200"/>
            <a:ext cx="3291754" cy="3291754"/>
            <a:chOff x="0" y="0"/>
            <a:chExt cx="4389006" cy="438900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389120" cy="4389120"/>
            </a:xfrm>
            <a:custGeom>
              <a:avLst/>
              <a:gdLst/>
              <a:ahLst/>
              <a:cxnLst/>
              <a:rect l="l" t="t" r="r" b="b"/>
              <a:pathLst>
                <a:path w="4389120" h="4389120">
                  <a:moveTo>
                    <a:pt x="0" y="2194560"/>
                  </a:moveTo>
                  <a:cubicBezTo>
                    <a:pt x="0" y="982472"/>
                    <a:pt x="982472" y="0"/>
                    <a:pt x="2194560" y="0"/>
                  </a:cubicBezTo>
                  <a:cubicBezTo>
                    <a:pt x="3406648" y="0"/>
                    <a:pt x="4389120" y="982472"/>
                    <a:pt x="4389120" y="2194560"/>
                  </a:cubicBezTo>
                  <a:cubicBezTo>
                    <a:pt x="4389120" y="3406648"/>
                    <a:pt x="3406648" y="4389120"/>
                    <a:pt x="2194560" y="4389120"/>
                  </a:cubicBezTo>
                  <a:cubicBezTo>
                    <a:pt x="982472" y="4389120"/>
                    <a:pt x="0" y="3406521"/>
                    <a:pt x="0" y="2194560"/>
                  </a:cubicBezTo>
                  <a:close/>
                </a:path>
              </a:pathLst>
            </a:custGeom>
            <a:solidFill>
              <a:srgbClr val="7C3AED">
                <a:alpha val="3137"/>
              </a:srgbClr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005840" y="898046"/>
            <a:ext cx="16459200" cy="511654"/>
            <a:chOff x="0" y="0"/>
            <a:chExt cx="21945600" cy="68220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945600" cy="682200"/>
            </a:xfrm>
            <a:custGeom>
              <a:avLst/>
              <a:gdLst/>
              <a:ahLst/>
              <a:cxnLst/>
              <a:rect l="l" t="t" r="r" b="b"/>
              <a:pathLst>
                <a:path w="21945600" h="682200">
                  <a:moveTo>
                    <a:pt x="0" y="0"/>
                  </a:moveTo>
                  <a:lnTo>
                    <a:pt x="21945600" y="0"/>
                  </a:lnTo>
                  <a:lnTo>
                    <a:pt x="21945600" y="682200"/>
                  </a:lnTo>
                  <a:lnTo>
                    <a:pt x="0" y="682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76811" b="-576812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-95250"/>
              <a:ext cx="21945600" cy="7774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220"/>
                </a:lnSpc>
              </a:pPr>
              <a:r>
                <a:rPr lang="en-US" sz="4350" b="1" dirty="0">
                  <a:solidFill>
                    <a:srgbClr val="A855F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ВЕДУЩАЯ ТРЕНИНГА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05840" y="1790700"/>
            <a:ext cx="9144000" cy="1981200"/>
            <a:chOff x="0" y="0"/>
            <a:chExt cx="12192000" cy="26416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2192000" cy="2438400"/>
            </a:xfrm>
            <a:custGeom>
              <a:avLst/>
              <a:gdLst/>
              <a:ahLst/>
              <a:cxnLst/>
              <a:rect l="l" t="t" r="r" b="b"/>
              <a:pathLst>
                <a:path w="12192000" h="2438400">
                  <a:moveTo>
                    <a:pt x="0" y="0"/>
                  </a:moveTo>
                  <a:lnTo>
                    <a:pt x="12192000" y="0"/>
                  </a:lnTo>
                  <a:lnTo>
                    <a:pt x="1219200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7425" b="-47425"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0" y="31749"/>
              <a:ext cx="12192000" cy="260985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9540"/>
                </a:lnSpc>
              </a:pPr>
              <a:r>
                <a:rPr lang="en-US" sz="7950" b="1" dirty="0" err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Нурмаганбетова</a:t>
              </a:r>
              <a:r>
                <a:rPr lang="en-US" sz="7950" b="1" dirty="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</a:t>
              </a:r>
              <a:r>
                <a:rPr lang="en-US" sz="7950" b="1" dirty="0" err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Тогжан</a:t>
              </a:r>
              <a:endParaRPr lang="en-US" sz="7950" b="1" dirty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005840" y="4564650"/>
            <a:ext cx="9144000" cy="807450"/>
            <a:chOff x="0" y="794987"/>
            <a:chExt cx="12192000" cy="1076600"/>
          </a:xfrm>
        </p:grpSpPr>
        <p:sp>
          <p:nvSpPr>
            <p:cNvPr id="13" name="Freeform 13"/>
            <p:cNvSpPr/>
            <p:nvPr/>
          </p:nvSpPr>
          <p:spPr>
            <a:xfrm>
              <a:off x="0" y="794987"/>
              <a:ext cx="12192000" cy="975000"/>
            </a:xfrm>
            <a:custGeom>
              <a:avLst/>
              <a:gdLst/>
              <a:ahLst/>
              <a:cxnLst/>
              <a:rect l="l" t="t" r="r" b="b"/>
              <a:pathLst>
                <a:path w="12192000" h="975000">
                  <a:moveTo>
                    <a:pt x="0" y="0"/>
                  </a:moveTo>
                  <a:lnTo>
                    <a:pt x="12192000" y="0"/>
                  </a:lnTo>
                  <a:lnTo>
                    <a:pt x="12192000" y="975000"/>
                  </a:lnTo>
                  <a:lnTo>
                    <a:pt x="0" y="975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3652" b="-193653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848958"/>
              <a:ext cx="12192000" cy="102262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60"/>
                </a:lnSpc>
              </a:pPr>
              <a:r>
                <a:rPr lang="en-US" sz="3200" b="1" dirty="0" err="1">
                  <a:solidFill>
                    <a:srgbClr val="A78BC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Тренер</a:t>
              </a:r>
              <a:r>
                <a:rPr lang="en-US" sz="3200" b="1" dirty="0">
                  <a:solidFill>
                    <a:srgbClr val="A78BC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ICU </a:t>
              </a:r>
              <a:endParaRPr lang="en-US" sz="3200" b="1" dirty="0">
                <a:solidFill>
                  <a:srgbClr val="A78BCA"/>
                </a:solidFill>
                <a:latin typeface="Calibri (MS) Bold"/>
                <a:ea typeface="Calibri (MS) Bold"/>
                <a:cs typeface="Calibri (MS) Bold"/>
                <a:sym typeface="Calibri (MS) Bold"/>
              </a:endParaRPr>
            </a:p>
            <a:p>
              <a:pPr algn="l">
                <a:lnSpc>
                  <a:spcPts val="3060"/>
                </a:lnSpc>
              </a:pPr>
              <a:endParaRPr lang="en-US" sz="3200" b="1" dirty="0" smtClean="0">
                <a:solidFill>
                  <a:srgbClr val="A78BCA"/>
                </a:solidFill>
                <a:latin typeface="Calibri (MS) Bold"/>
                <a:ea typeface="Calibri (MS) Bold"/>
                <a:cs typeface="Calibri (MS) Bold"/>
                <a:sym typeface="Calibri (MS) Bold"/>
              </a:endParaRPr>
            </a:p>
            <a:p>
              <a:pPr algn="l">
                <a:lnSpc>
                  <a:spcPts val="3060"/>
                </a:lnSpc>
              </a:pPr>
              <a:r>
                <a:rPr lang="en-US" sz="3200" b="1" dirty="0" err="1" smtClean="0">
                  <a:solidFill>
                    <a:srgbClr val="A78BC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Мастер-коуч</a:t>
              </a:r>
              <a:r>
                <a:rPr lang="en-US" sz="3200" b="1" dirty="0" smtClean="0">
                  <a:solidFill>
                    <a:srgbClr val="A78BC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</a:t>
              </a:r>
              <a:endParaRPr lang="en-US" sz="3200" b="1" dirty="0">
                <a:solidFill>
                  <a:srgbClr val="A78BCA"/>
                </a:solidFill>
                <a:latin typeface="Calibri (MS) Bold"/>
                <a:ea typeface="Calibri (MS) Bold"/>
                <a:cs typeface="Calibri (MS) Bold"/>
                <a:sym typeface="Calibri (MS) Bold"/>
              </a:endParaRPr>
            </a:p>
          </p:txBody>
        </p:sp>
      </p:grpSp>
      <p:sp>
        <p:nvSpPr>
          <p:cNvPr id="15" name="AutoShape 15"/>
          <p:cNvSpPr/>
          <p:nvPr/>
        </p:nvSpPr>
        <p:spPr>
          <a:xfrm rot="10560">
            <a:off x="993124" y="5969021"/>
            <a:ext cx="8255022" cy="0"/>
          </a:xfrm>
          <a:prstGeom prst="line">
            <a:avLst/>
          </a:prstGeom>
          <a:ln w="9525" cap="rnd">
            <a:solidFill>
              <a:srgbClr val="7C3AE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6" name="TextBox 16"/>
          <p:cNvSpPr txBox="1"/>
          <p:nvPr/>
        </p:nvSpPr>
        <p:spPr>
          <a:xfrm>
            <a:off x="731519" y="6347817"/>
            <a:ext cx="8191795" cy="15388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16719" lvl="1" indent="-208359" algn="l">
              <a:lnSpc>
                <a:spcPts val="4048"/>
              </a:lnSpc>
              <a:buFont typeface="Arial"/>
              <a:buChar char="•"/>
            </a:pPr>
            <a:r>
              <a:rPr lang="en-US" sz="2250" dirty="0" smtClean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30+ </a:t>
            </a:r>
            <a:r>
              <a:rPr lang="en-US" sz="2250" dirty="0" err="1" smtClean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лет</a:t>
            </a:r>
            <a:r>
              <a:rPr lang="en-US" sz="2250" dirty="0" smtClean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250" dirty="0" err="1" smtClean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опыта</a:t>
            </a:r>
            <a:r>
              <a:rPr lang="en-US" sz="2250" dirty="0" smtClean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в </a:t>
            </a:r>
            <a:r>
              <a:rPr lang="en-US" sz="2250" dirty="0" err="1" smtClean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корпоративном</a:t>
            </a:r>
            <a:r>
              <a:rPr lang="en-US" sz="2250" dirty="0" smtClean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250" dirty="0" err="1" smtClean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секторе</a:t>
            </a:r>
            <a:endParaRPr lang="en-US" sz="2250" dirty="0" smtClean="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16719" lvl="1" indent="-208359" algn="l">
              <a:lnSpc>
                <a:spcPts val="4048"/>
              </a:lnSpc>
              <a:buFont typeface="Arial"/>
              <a:buChar char="•"/>
            </a:pPr>
            <a:r>
              <a:rPr lang="en-US" sz="2250" dirty="0" smtClean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Executive MBA </a:t>
            </a:r>
            <a:r>
              <a:rPr lang="en-US" sz="2250" dirty="0" err="1" smtClean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Nazarbayev</a:t>
            </a:r>
            <a:r>
              <a:rPr lang="en-US" sz="2250" dirty="0" smtClean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University</a:t>
            </a:r>
          </a:p>
          <a:p>
            <a:pPr marL="416719" lvl="1" indent="-208359" algn="l">
              <a:lnSpc>
                <a:spcPts val="4048"/>
              </a:lnSpc>
              <a:buFont typeface="Arial"/>
              <a:buChar char="•"/>
            </a:pPr>
            <a:r>
              <a:rPr lang="en-US" sz="2250" dirty="0" smtClean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Duke Graduate Certificate in Global Management</a:t>
            </a:r>
            <a:endParaRPr lang="en-US" sz="2250" dirty="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8" name="Group 18"/>
          <p:cNvGrpSpPr/>
          <p:nvPr/>
        </p:nvGrpSpPr>
        <p:grpSpPr>
          <a:xfrm>
            <a:off x="11258055" y="0"/>
            <a:ext cx="5996502" cy="10067049"/>
            <a:chOff x="0" y="0"/>
            <a:chExt cx="7995336" cy="13422732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7995285" cy="13422757"/>
            </a:xfrm>
            <a:custGeom>
              <a:avLst/>
              <a:gdLst/>
              <a:ahLst/>
              <a:cxnLst/>
              <a:rect l="l" t="t" r="r" b="b"/>
              <a:pathLst>
                <a:path w="7995285" h="13422757">
                  <a:moveTo>
                    <a:pt x="0" y="0"/>
                  </a:moveTo>
                  <a:lnTo>
                    <a:pt x="7995285" y="0"/>
                  </a:lnTo>
                  <a:lnTo>
                    <a:pt x="7995285" y="13422757"/>
                  </a:lnTo>
                  <a:lnTo>
                    <a:pt x="0" y="134227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8390" t="-2179" r="-5981" b="-8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7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544800" y="-914400"/>
            <a:ext cx="3657600" cy="3657600"/>
            <a:chOff x="0" y="0"/>
            <a:chExt cx="4876800" cy="4876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76800" cy="4876800"/>
            </a:xfrm>
            <a:custGeom>
              <a:avLst/>
              <a:gdLst/>
              <a:ahLst/>
              <a:cxnLst/>
              <a:rect l="l" t="t" r="r" b="b"/>
              <a:pathLst>
                <a:path w="4876800" h="4876800">
                  <a:moveTo>
                    <a:pt x="0" y="2438400"/>
                  </a:moveTo>
                  <a:cubicBezTo>
                    <a:pt x="0" y="1091692"/>
                    <a:pt x="1091692" y="0"/>
                    <a:pt x="2438400" y="0"/>
                  </a:cubicBezTo>
                  <a:cubicBezTo>
                    <a:pt x="3785108" y="0"/>
                    <a:pt x="4876800" y="1091692"/>
                    <a:pt x="4876800" y="2438400"/>
                  </a:cubicBezTo>
                  <a:cubicBezTo>
                    <a:pt x="4876800" y="3785108"/>
                    <a:pt x="3785108" y="4876800"/>
                    <a:pt x="2438400" y="4876800"/>
                  </a:cubicBezTo>
                  <a:cubicBezTo>
                    <a:pt x="1091692" y="4876800"/>
                    <a:pt x="0" y="3785108"/>
                    <a:pt x="0" y="2438400"/>
                  </a:cubicBezTo>
                  <a:close/>
                </a:path>
              </a:pathLst>
            </a:custGeom>
            <a:solidFill>
              <a:srgbClr val="7C3AED">
                <a:alpha val="3137"/>
              </a:srgbClr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005840" y="512064"/>
            <a:ext cx="16459200" cy="511654"/>
            <a:chOff x="0" y="0"/>
            <a:chExt cx="21945600" cy="68220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682200"/>
            </a:xfrm>
            <a:custGeom>
              <a:avLst/>
              <a:gdLst/>
              <a:ahLst/>
              <a:cxnLst/>
              <a:rect l="l" t="t" r="r" b="b"/>
              <a:pathLst>
                <a:path w="21945600" h="682200">
                  <a:moveTo>
                    <a:pt x="0" y="0"/>
                  </a:moveTo>
                  <a:lnTo>
                    <a:pt x="21945600" y="0"/>
                  </a:lnTo>
                  <a:lnTo>
                    <a:pt x="21945600" y="682200"/>
                  </a:lnTo>
                  <a:lnTo>
                    <a:pt x="0" y="682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76811" b="-576812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1945600" cy="72030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>
                  <a:solidFill>
                    <a:srgbClr val="A855F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КАК МЫ РАБОТАЕМ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005840" y="1060704"/>
            <a:ext cx="16459200" cy="1317146"/>
            <a:chOff x="0" y="0"/>
            <a:chExt cx="21945600" cy="175619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1945600" cy="1756200"/>
            </a:xfrm>
            <a:custGeom>
              <a:avLst/>
              <a:gdLst/>
              <a:ahLst/>
              <a:cxnLst/>
              <a:rect l="l" t="t" r="r" b="b"/>
              <a:pathLst>
                <a:path w="21945600" h="1756200">
                  <a:moveTo>
                    <a:pt x="0" y="0"/>
                  </a:moveTo>
                  <a:lnTo>
                    <a:pt x="21945600" y="0"/>
                  </a:lnTo>
                  <a:lnTo>
                    <a:pt x="21945600" y="1756200"/>
                  </a:lnTo>
                  <a:lnTo>
                    <a:pt x="0" y="1756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3486" b="-193486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152400"/>
              <a:ext cx="21945600" cy="190859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8100"/>
                </a:lnSpc>
              </a:pPr>
              <a:r>
                <a:rPr lang="en-US" sz="675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Правила тренинга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01703" y="3195552"/>
            <a:ext cx="8346338" cy="1598133"/>
            <a:chOff x="0" y="0"/>
            <a:chExt cx="11128451" cy="2130844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1128502" cy="2130806"/>
            </a:xfrm>
            <a:custGeom>
              <a:avLst/>
              <a:gdLst/>
              <a:ahLst/>
              <a:cxnLst/>
              <a:rect l="l" t="t" r="r" b="b"/>
              <a:pathLst>
                <a:path w="11128502" h="2130806">
                  <a:moveTo>
                    <a:pt x="0" y="247777"/>
                  </a:moveTo>
                  <a:cubicBezTo>
                    <a:pt x="0" y="110871"/>
                    <a:pt x="110871" y="0"/>
                    <a:pt x="247777" y="0"/>
                  </a:cubicBezTo>
                  <a:lnTo>
                    <a:pt x="10880725" y="0"/>
                  </a:lnTo>
                  <a:cubicBezTo>
                    <a:pt x="11017504" y="0"/>
                    <a:pt x="11128502" y="110871"/>
                    <a:pt x="11128502" y="247777"/>
                  </a:cubicBezTo>
                  <a:lnTo>
                    <a:pt x="11128502" y="1883029"/>
                  </a:lnTo>
                  <a:cubicBezTo>
                    <a:pt x="11128502" y="2019808"/>
                    <a:pt x="11017631" y="2130806"/>
                    <a:pt x="10880725" y="2130806"/>
                  </a:cubicBezTo>
                  <a:lnTo>
                    <a:pt x="247777" y="2130806"/>
                  </a:lnTo>
                  <a:cubicBezTo>
                    <a:pt x="110871" y="2130806"/>
                    <a:pt x="0" y="2019935"/>
                    <a:pt x="0" y="1883029"/>
                  </a:cubicBezTo>
                  <a:close/>
                </a:path>
              </a:pathLst>
            </a:custGeom>
            <a:solidFill>
              <a:srgbClr val="1E0D3A"/>
            </a:solidFill>
            <a:ln w="25388" cap="sq">
              <a:solidFill>
                <a:srgbClr val="7C3AED"/>
              </a:solidFill>
              <a:prstDash val="solid"/>
              <a:miter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1207008" y="3519145"/>
            <a:ext cx="1024204" cy="1024204"/>
            <a:chOff x="0" y="0"/>
            <a:chExt cx="1365606" cy="136560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365504" cy="1365504"/>
            </a:xfrm>
            <a:custGeom>
              <a:avLst/>
              <a:gdLst/>
              <a:ahLst/>
              <a:cxnLst/>
              <a:rect l="l" t="t" r="r" b="b"/>
              <a:pathLst>
                <a:path w="1365504" h="1365504">
                  <a:moveTo>
                    <a:pt x="0" y="682752"/>
                  </a:moveTo>
                  <a:cubicBezTo>
                    <a:pt x="0" y="305689"/>
                    <a:pt x="305689" y="0"/>
                    <a:pt x="682752" y="0"/>
                  </a:cubicBezTo>
                  <a:cubicBezTo>
                    <a:pt x="1059815" y="0"/>
                    <a:pt x="1365504" y="305689"/>
                    <a:pt x="1365504" y="682752"/>
                  </a:cubicBezTo>
                  <a:cubicBezTo>
                    <a:pt x="1365504" y="1059815"/>
                    <a:pt x="1059815" y="1365504"/>
                    <a:pt x="682752" y="1365504"/>
                  </a:cubicBezTo>
                  <a:cubicBezTo>
                    <a:pt x="305689" y="1365504"/>
                    <a:pt x="0" y="1059942"/>
                    <a:pt x="0" y="682752"/>
                  </a:cubicBezTo>
                  <a:close/>
                </a:path>
              </a:pathLst>
            </a:custGeom>
            <a:solidFill>
              <a:srgbClr val="7C3AED"/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1207008" y="3482569"/>
            <a:ext cx="1024204" cy="1024204"/>
            <a:chOff x="0" y="0"/>
            <a:chExt cx="1365606" cy="1365606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365600" cy="1365600"/>
            </a:xfrm>
            <a:custGeom>
              <a:avLst/>
              <a:gdLst/>
              <a:ahLst/>
              <a:cxnLst/>
              <a:rect l="l" t="t" r="r" b="b"/>
              <a:pathLst>
                <a:path w="1365600" h="1365600">
                  <a:moveTo>
                    <a:pt x="0" y="0"/>
                  </a:moveTo>
                  <a:lnTo>
                    <a:pt x="1365600" y="0"/>
                  </a:lnTo>
                  <a:lnTo>
                    <a:pt x="1365600" y="1365600"/>
                  </a:lnTo>
                  <a:lnTo>
                    <a:pt x="0" y="1365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4"/>
              </a:stretch>
            </a:blipFill>
          </p:spPr>
        </p:sp>
        <p:sp>
          <p:nvSpPr>
            <p:cNvPr id="16" name="TextBox 16"/>
            <p:cNvSpPr txBox="1"/>
            <p:nvPr/>
          </p:nvSpPr>
          <p:spPr>
            <a:xfrm>
              <a:off x="0" y="-66675"/>
              <a:ext cx="1365606" cy="143228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00"/>
                </a:lnSpc>
              </a:pPr>
              <a:r>
                <a:rPr lang="en-US" sz="30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2450592" y="3391129"/>
            <a:ext cx="6565049" cy="1207351"/>
            <a:chOff x="0" y="0"/>
            <a:chExt cx="8753399" cy="1609801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753400" cy="1609800"/>
            </a:xfrm>
            <a:custGeom>
              <a:avLst/>
              <a:gdLst/>
              <a:ahLst/>
              <a:cxnLst/>
              <a:rect l="l" t="t" r="r" b="b"/>
              <a:pathLst>
                <a:path w="8753400" h="1609800">
                  <a:moveTo>
                    <a:pt x="0" y="0"/>
                  </a:moveTo>
                  <a:lnTo>
                    <a:pt x="8753400" y="0"/>
                  </a:lnTo>
                  <a:lnTo>
                    <a:pt x="8753400" y="1609800"/>
                  </a:lnTo>
                  <a:lnTo>
                    <a:pt x="0" y="1609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5951" b="-55951"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0" y="-47625"/>
              <a:ext cx="8753399" cy="165742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60"/>
                </a:lnSpc>
              </a:pPr>
              <a:r>
                <a:rPr lang="en-US" sz="255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Здесь и сейчас (фокус)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679943" y="3232128"/>
            <a:ext cx="8346338" cy="1598133"/>
            <a:chOff x="0" y="0"/>
            <a:chExt cx="11128451" cy="2130844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1128502" cy="2130806"/>
            </a:xfrm>
            <a:custGeom>
              <a:avLst/>
              <a:gdLst/>
              <a:ahLst/>
              <a:cxnLst/>
              <a:rect l="l" t="t" r="r" b="b"/>
              <a:pathLst>
                <a:path w="11128502" h="2130806">
                  <a:moveTo>
                    <a:pt x="0" y="247777"/>
                  </a:moveTo>
                  <a:cubicBezTo>
                    <a:pt x="0" y="110871"/>
                    <a:pt x="110871" y="0"/>
                    <a:pt x="247777" y="0"/>
                  </a:cubicBezTo>
                  <a:lnTo>
                    <a:pt x="10880725" y="0"/>
                  </a:lnTo>
                  <a:cubicBezTo>
                    <a:pt x="11017504" y="0"/>
                    <a:pt x="11128502" y="110871"/>
                    <a:pt x="11128502" y="247777"/>
                  </a:cubicBezTo>
                  <a:lnTo>
                    <a:pt x="11128502" y="1883029"/>
                  </a:lnTo>
                  <a:cubicBezTo>
                    <a:pt x="11128502" y="2019808"/>
                    <a:pt x="11017631" y="2130806"/>
                    <a:pt x="10880725" y="2130806"/>
                  </a:cubicBezTo>
                  <a:lnTo>
                    <a:pt x="247777" y="2130806"/>
                  </a:lnTo>
                  <a:cubicBezTo>
                    <a:pt x="110871" y="2130806"/>
                    <a:pt x="0" y="2019935"/>
                    <a:pt x="0" y="1883029"/>
                  </a:cubicBezTo>
                  <a:close/>
                </a:path>
              </a:pathLst>
            </a:custGeom>
            <a:solidFill>
              <a:srgbClr val="1E0D3A"/>
            </a:solidFill>
            <a:ln w="25388" cap="sq">
              <a:solidFill>
                <a:srgbClr val="7C3AED"/>
              </a:solidFill>
              <a:prstDash val="solid"/>
              <a:miter/>
            </a:ln>
          </p:spPr>
        </p:sp>
      </p:grpSp>
      <p:grpSp>
        <p:nvGrpSpPr>
          <p:cNvPr id="22" name="Group 22"/>
          <p:cNvGrpSpPr/>
          <p:nvPr/>
        </p:nvGrpSpPr>
        <p:grpSpPr>
          <a:xfrm>
            <a:off x="9985248" y="3519145"/>
            <a:ext cx="1024204" cy="1024204"/>
            <a:chOff x="0" y="0"/>
            <a:chExt cx="1365606" cy="1365606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365504" cy="1365504"/>
            </a:xfrm>
            <a:custGeom>
              <a:avLst/>
              <a:gdLst/>
              <a:ahLst/>
              <a:cxnLst/>
              <a:rect l="l" t="t" r="r" b="b"/>
              <a:pathLst>
                <a:path w="1365504" h="1365504">
                  <a:moveTo>
                    <a:pt x="0" y="682752"/>
                  </a:moveTo>
                  <a:cubicBezTo>
                    <a:pt x="0" y="305689"/>
                    <a:pt x="305689" y="0"/>
                    <a:pt x="682752" y="0"/>
                  </a:cubicBezTo>
                  <a:cubicBezTo>
                    <a:pt x="1059815" y="0"/>
                    <a:pt x="1365504" y="305689"/>
                    <a:pt x="1365504" y="682752"/>
                  </a:cubicBezTo>
                  <a:cubicBezTo>
                    <a:pt x="1365504" y="1059815"/>
                    <a:pt x="1059815" y="1365504"/>
                    <a:pt x="682752" y="1365504"/>
                  </a:cubicBezTo>
                  <a:cubicBezTo>
                    <a:pt x="305689" y="1365504"/>
                    <a:pt x="0" y="1059942"/>
                    <a:pt x="0" y="682752"/>
                  </a:cubicBezTo>
                  <a:close/>
                </a:path>
              </a:pathLst>
            </a:custGeom>
            <a:solidFill>
              <a:srgbClr val="7C3AED"/>
            </a:solidFill>
          </p:spPr>
        </p:sp>
      </p:grpSp>
      <p:grpSp>
        <p:nvGrpSpPr>
          <p:cNvPr id="24" name="Group 24"/>
          <p:cNvGrpSpPr/>
          <p:nvPr/>
        </p:nvGrpSpPr>
        <p:grpSpPr>
          <a:xfrm>
            <a:off x="9985248" y="3519145"/>
            <a:ext cx="1024204" cy="1024204"/>
            <a:chOff x="0" y="0"/>
            <a:chExt cx="1365606" cy="1365606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365600" cy="1365600"/>
            </a:xfrm>
            <a:custGeom>
              <a:avLst/>
              <a:gdLst/>
              <a:ahLst/>
              <a:cxnLst/>
              <a:rect l="l" t="t" r="r" b="b"/>
              <a:pathLst>
                <a:path w="1365600" h="1365600">
                  <a:moveTo>
                    <a:pt x="0" y="0"/>
                  </a:moveTo>
                  <a:lnTo>
                    <a:pt x="1365600" y="0"/>
                  </a:lnTo>
                  <a:lnTo>
                    <a:pt x="1365600" y="1365600"/>
                  </a:lnTo>
                  <a:lnTo>
                    <a:pt x="0" y="1365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4"/>
              </a:stretch>
            </a:blipFill>
          </p:spPr>
        </p:sp>
        <p:sp>
          <p:nvSpPr>
            <p:cNvPr id="26" name="TextBox 26"/>
            <p:cNvSpPr txBox="1"/>
            <p:nvPr/>
          </p:nvSpPr>
          <p:spPr>
            <a:xfrm>
              <a:off x="0" y="-66675"/>
              <a:ext cx="1365606" cy="143228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00"/>
                </a:lnSpc>
              </a:pPr>
              <a:r>
                <a:rPr lang="en-US" sz="30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1228832" y="3427705"/>
            <a:ext cx="6565049" cy="1207351"/>
            <a:chOff x="0" y="0"/>
            <a:chExt cx="8753399" cy="1609801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753400" cy="1609800"/>
            </a:xfrm>
            <a:custGeom>
              <a:avLst/>
              <a:gdLst/>
              <a:ahLst/>
              <a:cxnLst/>
              <a:rect l="l" t="t" r="r" b="b"/>
              <a:pathLst>
                <a:path w="8753400" h="1609800">
                  <a:moveTo>
                    <a:pt x="0" y="0"/>
                  </a:moveTo>
                  <a:lnTo>
                    <a:pt x="8753400" y="0"/>
                  </a:lnTo>
                  <a:lnTo>
                    <a:pt x="8753400" y="1609800"/>
                  </a:lnTo>
                  <a:lnTo>
                    <a:pt x="0" y="1609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5951" b="-55951"/>
              </a:stretch>
            </a:blipFill>
          </p:spPr>
        </p:sp>
        <p:sp>
          <p:nvSpPr>
            <p:cNvPr id="29" name="TextBox 29"/>
            <p:cNvSpPr txBox="1"/>
            <p:nvPr/>
          </p:nvSpPr>
          <p:spPr>
            <a:xfrm>
              <a:off x="0" y="-47625"/>
              <a:ext cx="8753399" cy="165742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60"/>
                </a:lnSpc>
              </a:pPr>
              <a:r>
                <a:rPr lang="en-US" sz="255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Правило безвучного смартфона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901703" y="5060928"/>
            <a:ext cx="8346338" cy="1598133"/>
            <a:chOff x="0" y="0"/>
            <a:chExt cx="11128451" cy="2130844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1128502" cy="2130806"/>
            </a:xfrm>
            <a:custGeom>
              <a:avLst/>
              <a:gdLst/>
              <a:ahLst/>
              <a:cxnLst/>
              <a:rect l="l" t="t" r="r" b="b"/>
              <a:pathLst>
                <a:path w="11128502" h="2130806">
                  <a:moveTo>
                    <a:pt x="0" y="247777"/>
                  </a:moveTo>
                  <a:cubicBezTo>
                    <a:pt x="0" y="110871"/>
                    <a:pt x="110871" y="0"/>
                    <a:pt x="247777" y="0"/>
                  </a:cubicBezTo>
                  <a:lnTo>
                    <a:pt x="10880725" y="0"/>
                  </a:lnTo>
                  <a:cubicBezTo>
                    <a:pt x="11017504" y="0"/>
                    <a:pt x="11128502" y="110871"/>
                    <a:pt x="11128502" y="247777"/>
                  </a:cubicBezTo>
                  <a:lnTo>
                    <a:pt x="11128502" y="1883029"/>
                  </a:lnTo>
                  <a:cubicBezTo>
                    <a:pt x="11128502" y="2019808"/>
                    <a:pt x="11017631" y="2130806"/>
                    <a:pt x="10880725" y="2130806"/>
                  </a:cubicBezTo>
                  <a:lnTo>
                    <a:pt x="247777" y="2130806"/>
                  </a:lnTo>
                  <a:cubicBezTo>
                    <a:pt x="110871" y="2130806"/>
                    <a:pt x="0" y="2019935"/>
                    <a:pt x="0" y="1883029"/>
                  </a:cubicBezTo>
                  <a:close/>
                </a:path>
              </a:pathLst>
            </a:custGeom>
            <a:solidFill>
              <a:srgbClr val="1E0D3A"/>
            </a:solidFill>
            <a:ln w="25388" cap="sq">
              <a:solidFill>
                <a:srgbClr val="7C3AED"/>
              </a:solidFill>
              <a:prstDash val="solid"/>
              <a:miter/>
            </a:ln>
          </p:spPr>
        </p:sp>
      </p:grpSp>
      <p:grpSp>
        <p:nvGrpSpPr>
          <p:cNvPr id="32" name="Group 32"/>
          <p:cNvGrpSpPr/>
          <p:nvPr/>
        </p:nvGrpSpPr>
        <p:grpSpPr>
          <a:xfrm>
            <a:off x="1207008" y="5347945"/>
            <a:ext cx="1024204" cy="1024204"/>
            <a:chOff x="0" y="0"/>
            <a:chExt cx="1365606" cy="1365606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365504" cy="1365504"/>
            </a:xfrm>
            <a:custGeom>
              <a:avLst/>
              <a:gdLst/>
              <a:ahLst/>
              <a:cxnLst/>
              <a:rect l="l" t="t" r="r" b="b"/>
              <a:pathLst>
                <a:path w="1365504" h="1365504">
                  <a:moveTo>
                    <a:pt x="0" y="682752"/>
                  </a:moveTo>
                  <a:cubicBezTo>
                    <a:pt x="0" y="305689"/>
                    <a:pt x="305689" y="0"/>
                    <a:pt x="682752" y="0"/>
                  </a:cubicBezTo>
                  <a:cubicBezTo>
                    <a:pt x="1059815" y="0"/>
                    <a:pt x="1365504" y="305689"/>
                    <a:pt x="1365504" y="682752"/>
                  </a:cubicBezTo>
                  <a:cubicBezTo>
                    <a:pt x="1365504" y="1059815"/>
                    <a:pt x="1059815" y="1365504"/>
                    <a:pt x="682752" y="1365504"/>
                  </a:cubicBezTo>
                  <a:cubicBezTo>
                    <a:pt x="305689" y="1365504"/>
                    <a:pt x="0" y="1059942"/>
                    <a:pt x="0" y="682752"/>
                  </a:cubicBezTo>
                  <a:close/>
                </a:path>
              </a:pathLst>
            </a:custGeom>
            <a:solidFill>
              <a:srgbClr val="7C3AED"/>
            </a:solidFill>
          </p:spPr>
        </p:sp>
      </p:grpSp>
      <p:grpSp>
        <p:nvGrpSpPr>
          <p:cNvPr id="34" name="Group 34"/>
          <p:cNvGrpSpPr/>
          <p:nvPr/>
        </p:nvGrpSpPr>
        <p:grpSpPr>
          <a:xfrm>
            <a:off x="1207008" y="5347945"/>
            <a:ext cx="1024204" cy="1024204"/>
            <a:chOff x="0" y="0"/>
            <a:chExt cx="1365606" cy="1365606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365600" cy="1365600"/>
            </a:xfrm>
            <a:custGeom>
              <a:avLst/>
              <a:gdLst/>
              <a:ahLst/>
              <a:cxnLst/>
              <a:rect l="l" t="t" r="r" b="b"/>
              <a:pathLst>
                <a:path w="1365600" h="1365600">
                  <a:moveTo>
                    <a:pt x="0" y="0"/>
                  </a:moveTo>
                  <a:lnTo>
                    <a:pt x="1365600" y="0"/>
                  </a:lnTo>
                  <a:lnTo>
                    <a:pt x="1365600" y="1365600"/>
                  </a:lnTo>
                  <a:lnTo>
                    <a:pt x="0" y="1365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4"/>
              </a:stretch>
            </a:blipFill>
          </p:spPr>
        </p:sp>
        <p:sp>
          <p:nvSpPr>
            <p:cNvPr id="36" name="TextBox 36"/>
            <p:cNvSpPr txBox="1"/>
            <p:nvPr/>
          </p:nvSpPr>
          <p:spPr>
            <a:xfrm>
              <a:off x="0" y="-66675"/>
              <a:ext cx="1365606" cy="143228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00"/>
                </a:lnSpc>
              </a:pPr>
              <a:r>
                <a:rPr lang="en-US" sz="30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2450592" y="5256505"/>
            <a:ext cx="6565049" cy="1207351"/>
            <a:chOff x="0" y="0"/>
            <a:chExt cx="8753399" cy="1609801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753400" cy="1609800"/>
            </a:xfrm>
            <a:custGeom>
              <a:avLst/>
              <a:gdLst/>
              <a:ahLst/>
              <a:cxnLst/>
              <a:rect l="l" t="t" r="r" b="b"/>
              <a:pathLst>
                <a:path w="8753400" h="1609800">
                  <a:moveTo>
                    <a:pt x="0" y="0"/>
                  </a:moveTo>
                  <a:lnTo>
                    <a:pt x="8753400" y="0"/>
                  </a:lnTo>
                  <a:lnTo>
                    <a:pt x="8753400" y="1609800"/>
                  </a:lnTo>
                  <a:lnTo>
                    <a:pt x="0" y="1609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5951" b="-55951"/>
              </a:stretch>
            </a:blipFill>
          </p:spPr>
        </p:sp>
        <p:sp>
          <p:nvSpPr>
            <p:cNvPr id="39" name="TextBox 39"/>
            <p:cNvSpPr txBox="1"/>
            <p:nvPr/>
          </p:nvSpPr>
          <p:spPr>
            <a:xfrm>
              <a:off x="0" y="-47625"/>
              <a:ext cx="8753399" cy="165742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60"/>
                </a:lnSpc>
              </a:pPr>
              <a:r>
                <a:rPr lang="en-US" sz="255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Поднимаем руку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679943" y="5060928"/>
            <a:ext cx="8346338" cy="1598133"/>
            <a:chOff x="0" y="0"/>
            <a:chExt cx="11128451" cy="2130844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11128502" cy="2130806"/>
            </a:xfrm>
            <a:custGeom>
              <a:avLst/>
              <a:gdLst/>
              <a:ahLst/>
              <a:cxnLst/>
              <a:rect l="l" t="t" r="r" b="b"/>
              <a:pathLst>
                <a:path w="11128502" h="2130806">
                  <a:moveTo>
                    <a:pt x="0" y="247777"/>
                  </a:moveTo>
                  <a:cubicBezTo>
                    <a:pt x="0" y="110871"/>
                    <a:pt x="110871" y="0"/>
                    <a:pt x="247777" y="0"/>
                  </a:cubicBezTo>
                  <a:lnTo>
                    <a:pt x="10880725" y="0"/>
                  </a:lnTo>
                  <a:cubicBezTo>
                    <a:pt x="11017504" y="0"/>
                    <a:pt x="11128502" y="110871"/>
                    <a:pt x="11128502" y="247777"/>
                  </a:cubicBezTo>
                  <a:lnTo>
                    <a:pt x="11128502" y="1883029"/>
                  </a:lnTo>
                  <a:cubicBezTo>
                    <a:pt x="11128502" y="2019808"/>
                    <a:pt x="11017631" y="2130806"/>
                    <a:pt x="10880725" y="2130806"/>
                  </a:cubicBezTo>
                  <a:lnTo>
                    <a:pt x="247777" y="2130806"/>
                  </a:lnTo>
                  <a:cubicBezTo>
                    <a:pt x="110871" y="2130806"/>
                    <a:pt x="0" y="2019935"/>
                    <a:pt x="0" y="1883029"/>
                  </a:cubicBezTo>
                  <a:close/>
                </a:path>
              </a:pathLst>
            </a:custGeom>
            <a:solidFill>
              <a:srgbClr val="1E0D3A"/>
            </a:solidFill>
            <a:ln w="25388" cap="sq">
              <a:solidFill>
                <a:srgbClr val="7C3AED"/>
              </a:solidFill>
              <a:prstDash val="solid"/>
              <a:miter/>
            </a:ln>
          </p:spPr>
        </p:sp>
      </p:grpSp>
      <p:grpSp>
        <p:nvGrpSpPr>
          <p:cNvPr id="42" name="Group 42"/>
          <p:cNvGrpSpPr/>
          <p:nvPr/>
        </p:nvGrpSpPr>
        <p:grpSpPr>
          <a:xfrm>
            <a:off x="9985248" y="5347945"/>
            <a:ext cx="1024204" cy="1024204"/>
            <a:chOff x="0" y="0"/>
            <a:chExt cx="1365606" cy="1365606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1365504" cy="1365504"/>
            </a:xfrm>
            <a:custGeom>
              <a:avLst/>
              <a:gdLst/>
              <a:ahLst/>
              <a:cxnLst/>
              <a:rect l="l" t="t" r="r" b="b"/>
              <a:pathLst>
                <a:path w="1365504" h="1365504">
                  <a:moveTo>
                    <a:pt x="0" y="682752"/>
                  </a:moveTo>
                  <a:cubicBezTo>
                    <a:pt x="0" y="305689"/>
                    <a:pt x="305689" y="0"/>
                    <a:pt x="682752" y="0"/>
                  </a:cubicBezTo>
                  <a:cubicBezTo>
                    <a:pt x="1059815" y="0"/>
                    <a:pt x="1365504" y="305689"/>
                    <a:pt x="1365504" y="682752"/>
                  </a:cubicBezTo>
                  <a:cubicBezTo>
                    <a:pt x="1365504" y="1059815"/>
                    <a:pt x="1059815" y="1365504"/>
                    <a:pt x="682752" y="1365504"/>
                  </a:cubicBezTo>
                  <a:cubicBezTo>
                    <a:pt x="305689" y="1365504"/>
                    <a:pt x="0" y="1059942"/>
                    <a:pt x="0" y="682752"/>
                  </a:cubicBezTo>
                  <a:close/>
                </a:path>
              </a:pathLst>
            </a:custGeom>
            <a:solidFill>
              <a:srgbClr val="7C3AED"/>
            </a:solidFill>
          </p:spPr>
        </p:sp>
      </p:grpSp>
      <p:grpSp>
        <p:nvGrpSpPr>
          <p:cNvPr id="44" name="Group 44"/>
          <p:cNvGrpSpPr/>
          <p:nvPr/>
        </p:nvGrpSpPr>
        <p:grpSpPr>
          <a:xfrm>
            <a:off x="9985248" y="5347945"/>
            <a:ext cx="1024204" cy="1024204"/>
            <a:chOff x="0" y="0"/>
            <a:chExt cx="1365606" cy="1365606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1365600" cy="1365600"/>
            </a:xfrm>
            <a:custGeom>
              <a:avLst/>
              <a:gdLst/>
              <a:ahLst/>
              <a:cxnLst/>
              <a:rect l="l" t="t" r="r" b="b"/>
              <a:pathLst>
                <a:path w="1365600" h="1365600">
                  <a:moveTo>
                    <a:pt x="0" y="0"/>
                  </a:moveTo>
                  <a:lnTo>
                    <a:pt x="1365600" y="0"/>
                  </a:lnTo>
                  <a:lnTo>
                    <a:pt x="1365600" y="1365600"/>
                  </a:lnTo>
                  <a:lnTo>
                    <a:pt x="0" y="1365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4"/>
              </a:stretch>
            </a:blipFill>
          </p:spPr>
        </p:sp>
        <p:sp>
          <p:nvSpPr>
            <p:cNvPr id="46" name="TextBox 46"/>
            <p:cNvSpPr txBox="1"/>
            <p:nvPr/>
          </p:nvSpPr>
          <p:spPr>
            <a:xfrm>
              <a:off x="0" y="-66675"/>
              <a:ext cx="1365606" cy="143228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00"/>
                </a:lnSpc>
              </a:pPr>
              <a:r>
                <a:rPr lang="en-US" sz="30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11228832" y="5256505"/>
            <a:ext cx="6565049" cy="1207351"/>
            <a:chOff x="0" y="0"/>
            <a:chExt cx="8753399" cy="1609801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8753400" cy="1609800"/>
            </a:xfrm>
            <a:custGeom>
              <a:avLst/>
              <a:gdLst/>
              <a:ahLst/>
              <a:cxnLst/>
              <a:rect l="l" t="t" r="r" b="b"/>
              <a:pathLst>
                <a:path w="8753400" h="1609800">
                  <a:moveTo>
                    <a:pt x="0" y="0"/>
                  </a:moveTo>
                  <a:lnTo>
                    <a:pt x="8753400" y="0"/>
                  </a:lnTo>
                  <a:lnTo>
                    <a:pt x="8753400" y="1609800"/>
                  </a:lnTo>
                  <a:lnTo>
                    <a:pt x="0" y="1609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5951" b="-55951"/>
              </a:stretch>
            </a:blipFill>
          </p:spPr>
        </p:sp>
        <p:sp>
          <p:nvSpPr>
            <p:cNvPr id="49" name="TextBox 49"/>
            <p:cNvSpPr txBox="1"/>
            <p:nvPr/>
          </p:nvSpPr>
          <p:spPr>
            <a:xfrm>
              <a:off x="0" y="-47625"/>
              <a:ext cx="8753399" cy="165742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60"/>
                </a:lnSpc>
              </a:pPr>
              <a:r>
                <a:rPr lang="en-US" sz="255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Любые вопросы — нормально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895350" y="8207854"/>
            <a:ext cx="17137647" cy="1355246"/>
            <a:chOff x="0" y="0"/>
            <a:chExt cx="22850196" cy="1806994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22850222" cy="1806956"/>
            </a:xfrm>
            <a:custGeom>
              <a:avLst/>
              <a:gdLst/>
              <a:ahLst/>
              <a:cxnLst/>
              <a:rect l="l" t="t" r="r" b="b"/>
              <a:pathLst>
                <a:path w="22850222" h="1806956">
                  <a:moveTo>
                    <a:pt x="0" y="200787"/>
                  </a:moveTo>
                  <a:cubicBezTo>
                    <a:pt x="0" y="89916"/>
                    <a:pt x="89916" y="0"/>
                    <a:pt x="200787" y="0"/>
                  </a:cubicBezTo>
                  <a:lnTo>
                    <a:pt x="22649435" y="0"/>
                  </a:lnTo>
                  <a:cubicBezTo>
                    <a:pt x="22760305" y="0"/>
                    <a:pt x="22850222" y="89916"/>
                    <a:pt x="22850222" y="200787"/>
                  </a:cubicBezTo>
                  <a:lnTo>
                    <a:pt x="22850222" y="1606169"/>
                  </a:lnTo>
                  <a:cubicBezTo>
                    <a:pt x="22850222" y="1717040"/>
                    <a:pt x="22760305" y="1806956"/>
                    <a:pt x="22649435" y="1806956"/>
                  </a:cubicBezTo>
                  <a:lnTo>
                    <a:pt x="200787" y="1806956"/>
                  </a:lnTo>
                  <a:cubicBezTo>
                    <a:pt x="89916" y="1806956"/>
                    <a:pt x="0" y="1717167"/>
                    <a:pt x="0" y="1606169"/>
                  </a:cubicBezTo>
                  <a:close/>
                </a:path>
              </a:pathLst>
            </a:custGeom>
            <a:solidFill>
              <a:srgbClr val="2D1B4E"/>
            </a:solidFill>
            <a:ln w="38100" cap="sq">
              <a:solidFill>
                <a:srgbClr val="7C3AED"/>
              </a:solidFill>
              <a:prstDash val="solid"/>
              <a:miter/>
            </a:ln>
          </p:spPr>
        </p:sp>
      </p:grpSp>
      <p:grpSp>
        <p:nvGrpSpPr>
          <p:cNvPr id="52" name="Group 52"/>
          <p:cNvGrpSpPr/>
          <p:nvPr/>
        </p:nvGrpSpPr>
        <p:grpSpPr>
          <a:xfrm>
            <a:off x="1371600" y="8236772"/>
            <a:ext cx="15727947" cy="1317146"/>
            <a:chOff x="0" y="0"/>
            <a:chExt cx="20970596" cy="1756194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20970601" cy="1756200"/>
            </a:xfrm>
            <a:custGeom>
              <a:avLst/>
              <a:gdLst/>
              <a:ahLst/>
              <a:cxnLst/>
              <a:rect l="l" t="t" r="r" b="b"/>
              <a:pathLst>
                <a:path w="20970601" h="1756200">
                  <a:moveTo>
                    <a:pt x="0" y="0"/>
                  </a:moveTo>
                  <a:lnTo>
                    <a:pt x="20970601" y="0"/>
                  </a:lnTo>
                  <a:lnTo>
                    <a:pt x="20970601" y="1756200"/>
                  </a:lnTo>
                  <a:lnTo>
                    <a:pt x="0" y="1756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82668" b="-182668"/>
              </a:stretch>
            </a:blipFill>
          </p:spPr>
        </p:sp>
        <p:sp>
          <p:nvSpPr>
            <p:cNvPr id="54" name="TextBox 54"/>
            <p:cNvSpPr txBox="1"/>
            <p:nvPr/>
          </p:nvSpPr>
          <p:spPr>
            <a:xfrm>
              <a:off x="0" y="-66675"/>
              <a:ext cx="20970596" cy="182286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320"/>
                </a:lnSpc>
              </a:pPr>
              <a:r>
                <a:rPr lang="en-US" sz="36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Ваши ожидания от обучения?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7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14400" y="6400800"/>
            <a:ext cx="3657600" cy="3657600"/>
            <a:chOff x="0" y="0"/>
            <a:chExt cx="4876800" cy="4876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76800" cy="4876800"/>
            </a:xfrm>
            <a:custGeom>
              <a:avLst/>
              <a:gdLst/>
              <a:ahLst/>
              <a:cxnLst/>
              <a:rect l="l" t="t" r="r" b="b"/>
              <a:pathLst>
                <a:path w="4876800" h="4876800">
                  <a:moveTo>
                    <a:pt x="0" y="2438400"/>
                  </a:moveTo>
                  <a:cubicBezTo>
                    <a:pt x="0" y="1091692"/>
                    <a:pt x="1091692" y="0"/>
                    <a:pt x="2438400" y="0"/>
                  </a:cubicBezTo>
                  <a:cubicBezTo>
                    <a:pt x="3785108" y="0"/>
                    <a:pt x="4876800" y="1091692"/>
                    <a:pt x="4876800" y="2438400"/>
                  </a:cubicBezTo>
                  <a:cubicBezTo>
                    <a:pt x="4876800" y="3785108"/>
                    <a:pt x="3785108" y="4876800"/>
                    <a:pt x="2438400" y="4876800"/>
                  </a:cubicBezTo>
                  <a:cubicBezTo>
                    <a:pt x="1091692" y="4876800"/>
                    <a:pt x="0" y="3785108"/>
                    <a:pt x="0" y="2438400"/>
                  </a:cubicBezTo>
                  <a:close/>
                </a:path>
              </a:pathLst>
            </a:custGeom>
            <a:solidFill>
              <a:srgbClr val="A855F7">
                <a:alpha val="1961"/>
              </a:srgbClr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005840" y="512064"/>
            <a:ext cx="16459200" cy="511654"/>
            <a:chOff x="0" y="0"/>
            <a:chExt cx="21945600" cy="68220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682200"/>
            </a:xfrm>
            <a:custGeom>
              <a:avLst/>
              <a:gdLst/>
              <a:ahLst/>
              <a:cxnLst/>
              <a:rect l="l" t="t" r="r" b="b"/>
              <a:pathLst>
                <a:path w="21945600" h="682200">
                  <a:moveTo>
                    <a:pt x="0" y="0"/>
                  </a:moveTo>
                  <a:lnTo>
                    <a:pt x="21945600" y="0"/>
                  </a:lnTo>
                  <a:lnTo>
                    <a:pt x="21945600" y="682200"/>
                  </a:lnTo>
                  <a:lnTo>
                    <a:pt x="0" y="682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76811" b="-576812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1945600" cy="72030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>
                  <a:solidFill>
                    <a:srgbClr val="A855F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ЧЕСТНО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005840" y="1060704"/>
            <a:ext cx="16459200" cy="1317146"/>
            <a:chOff x="0" y="0"/>
            <a:chExt cx="21945600" cy="175619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1945600" cy="1756200"/>
            </a:xfrm>
            <a:custGeom>
              <a:avLst/>
              <a:gdLst/>
              <a:ahLst/>
              <a:cxnLst/>
              <a:rect l="l" t="t" r="r" b="b"/>
              <a:pathLst>
                <a:path w="21945600" h="1756200">
                  <a:moveTo>
                    <a:pt x="0" y="0"/>
                  </a:moveTo>
                  <a:lnTo>
                    <a:pt x="21945600" y="0"/>
                  </a:lnTo>
                  <a:lnTo>
                    <a:pt x="21945600" y="1756200"/>
                  </a:lnTo>
                  <a:lnTo>
                    <a:pt x="0" y="1756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3486" b="-193486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152400"/>
              <a:ext cx="21945600" cy="190859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8100"/>
                </a:lnSpc>
              </a:pPr>
              <a:r>
                <a:rPr lang="en-US" sz="675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Куда уходит ваше время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14400" y="2706624"/>
            <a:ext cx="5486400" cy="1792348"/>
            <a:chOff x="0" y="0"/>
            <a:chExt cx="7315200" cy="238979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7315200" cy="2389759"/>
            </a:xfrm>
            <a:custGeom>
              <a:avLst/>
              <a:gdLst/>
              <a:ahLst/>
              <a:cxnLst/>
              <a:rect l="l" t="t" r="r" b="b"/>
              <a:pathLst>
                <a:path w="7315200" h="2389759">
                  <a:moveTo>
                    <a:pt x="0" y="292608"/>
                  </a:moveTo>
                  <a:cubicBezTo>
                    <a:pt x="0" y="131064"/>
                    <a:pt x="131064" y="0"/>
                    <a:pt x="292608" y="0"/>
                  </a:cubicBezTo>
                  <a:lnTo>
                    <a:pt x="7022592" y="0"/>
                  </a:lnTo>
                  <a:cubicBezTo>
                    <a:pt x="7184136" y="0"/>
                    <a:pt x="7315200" y="131064"/>
                    <a:pt x="7315200" y="292608"/>
                  </a:cubicBezTo>
                  <a:lnTo>
                    <a:pt x="7315200" y="2097151"/>
                  </a:lnTo>
                  <a:cubicBezTo>
                    <a:pt x="7315200" y="2258822"/>
                    <a:pt x="7184136" y="2389759"/>
                    <a:pt x="7022592" y="2389759"/>
                  </a:cubicBezTo>
                  <a:lnTo>
                    <a:pt x="292608" y="2389759"/>
                  </a:lnTo>
                  <a:cubicBezTo>
                    <a:pt x="131064" y="2389759"/>
                    <a:pt x="0" y="2258822"/>
                    <a:pt x="0" y="2097151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1243584" y="3054096"/>
            <a:ext cx="1097547" cy="1097547"/>
            <a:chOff x="0" y="0"/>
            <a:chExt cx="1463396" cy="146339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463294" cy="1463294"/>
            </a:xfrm>
            <a:custGeom>
              <a:avLst/>
              <a:gdLst/>
              <a:ahLst/>
              <a:cxnLst/>
              <a:rect l="l" t="t" r="r" b="b"/>
              <a:pathLst>
                <a:path w="1463294" h="1463294">
                  <a:moveTo>
                    <a:pt x="0" y="731647"/>
                  </a:moveTo>
                  <a:cubicBezTo>
                    <a:pt x="0" y="327533"/>
                    <a:pt x="327533" y="0"/>
                    <a:pt x="731647" y="0"/>
                  </a:cubicBezTo>
                  <a:cubicBezTo>
                    <a:pt x="1135761" y="0"/>
                    <a:pt x="1463294" y="327533"/>
                    <a:pt x="1463294" y="731647"/>
                  </a:cubicBezTo>
                  <a:cubicBezTo>
                    <a:pt x="1463294" y="1135761"/>
                    <a:pt x="1135761" y="1463294"/>
                    <a:pt x="731647" y="1463294"/>
                  </a:cubicBezTo>
                  <a:cubicBezTo>
                    <a:pt x="327533" y="1463294"/>
                    <a:pt x="0" y="1135761"/>
                    <a:pt x="0" y="731647"/>
                  </a:cubicBezTo>
                  <a:close/>
                </a:path>
              </a:pathLst>
            </a:custGeom>
            <a:solidFill>
              <a:srgbClr val="7C3AED"/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1426464" y="3236976"/>
            <a:ext cx="731520" cy="731520"/>
            <a:chOff x="0" y="0"/>
            <a:chExt cx="975360" cy="975360"/>
          </a:xfrm>
        </p:grpSpPr>
        <p:sp>
          <p:nvSpPr>
            <p:cNvPr id="15" name="Freeform 15" descr="preencoded.png"/>
            <p:cNvSpPr/>
            <p:nvPr/>
          </p:nvSpPr>
          <p:spPr>
            <a:xfrm>
              <a:off x="0" y="0"/>
              <a:ext cx="975360" cy="975360"/>
            </a:xfrm>
            <a:custGeom>
              <a:avLst/>
              <a:gdLst/>
              <a:ahLst/>
              <a:cxnLst/>
              <a:rect l="l" t="t" r="r" b="b"/>
              <a:pathLst>
                <a:path w="975360" h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16" name="Group 16"/>
          <p:cNvGrpSpPr/>
          <p:nvPr/>
        </p:nvGrpSpPr>
        <p:grpSpPr>
          <a:xfrm>
            <a:off x="2560320" y="2889504"/>
            <a:ext cx="3657600" cy="694801"/>
            <a:chOff x="0" y="0"/>
            <a:chExt cx="4876800" cy="926401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4876800" cy="926400"/>
            </a:xfrm>
            <a:custGeom>
              <a:avLst/>
              <a:gdLst/>
              <a:ahLst/>
              <a:cxnLst/>
              <a:rect l="l" t="t" r="r" b="b"/>
              <a:pathLst>
                <a:path w="4876800" h="926400">
                  <a:moveTo>
                    <a:pt x="0" y="0"/>
                  </a:moveTo>
                  <a:lnTo>
                    <a:pt x="4876800" y="0"/>
                  </a:lnTo>
                  <a:lnTo>
                    <a:pt x="4876800" y="926400"/>
                  </a:lnTo>
                  <a:lnTo>
                    <a:pt x="0" y="926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2574" b="-52574"/>
              </a:stretch>
            </a:blipFill>
          </p:spPr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4876800" cy="96450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1F293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Поиск информации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2560320" y="3547872"/>
            <a:ext cx="3657600" cy="786603"/>
            <a:chOff x="0" y="0"/>
            <a:chExt cx="4876800" cy="1048804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4876800" cy="1048800"/>
            </a:xfrm>
            <a:custGeom>
              <a:avLst/>
              <a:gdLst/>
              <a:ahLst/>
              <a:cxnLst/>
              <a:rect l="l" t="t" r="r" b="b"/>
              <a:pathLst>
                <a:path w="4876800" h="1048800">
                  <a:moveTo>
                    <a:pt x="0" y="0"/>
                  </a:moveTo>
                  <a:lnTo>
                    <a:pt x="4876800" y="0"/>
                  </a:lnTo>
                  <a:lnTo>
                    <a:pt x="4876800" y="1048800"/>
                  </a:lnTo>
                  <a:lnTo>
                    <a:pt x="0" y="104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0603" b="-40603"/>
              </a:stretch>
            </a:blipFill>
          </p:spPr>
        </p:sp>
        <p:sp>
          <p:nvSpPr>
            <p:cNvPr id="21" name="TextBox 21"/>
            <p:cNvSpPr txBox="1"/>
            <p:nvPr/>
          </p:nvSpPr>
          <p:spPr>
            <a:xfrm>
              <a:off x="0" y="-47625"/>
              <a:ext cx="4876800" cy="109642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Тонем в источниках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711696" y="2706624"/>
            <a:ext cx="5486400" cy="1792348"/>
            <a:chOff x="0" y="0"/>
            <a:chExt cx="7315200" cy="2389797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7315200" cy="2389759"/>
            </a:xfrm>
            <a:custGeom>
              <a:avLst/>
              <a:gdLst/>
              <a:ahLst/>
              <a:cxnLst/>
              <a:rect l="l" t="t" r="r" b="b"/>
              <a:pathLst>
                <a:path w="7315200" h="2389759">
                  <a:moveTo>
                    <a:pt x="0" y="292608"/>
                  </a:moveTo>
                  <a:cubicBezTo>
                    <a:pt x="0" y="131064"/>
                    <a:pt x="131064" y="0"/>
                    <a:pt x="292608" y="0"/>
                  </a:cubicBezTo>
                  <a:lnTo>
                    <a:pt x="7022592" y="0"/>
                  </a:lnTo>
                  <a:cubicBezTo>
                    <a:pt x="7184136" y="0"/>
                    <a:pt x="7315200" y="131064"/>
                    <a:pt x="7315200" y="292608"/>
                  </a:cubicBezTo>
                  <a:lnTo>
                    <a:pt x="7315200" y="2097151"/>
                  </a:lnTo>
                  <a:cubicBezTo>
                    <a:pt x="7315200" y="2258822"/>
                    <a:pt x="7184136" y="2389759"/>
                    <a:pt x="7022592" y="2389759"/>
                  </a:cubicBezTo>
                  <a:lnTo>
                    <a:pt x="292608" y="2389759"/>
                  </a:lnTo>
                  <a:cubicBezTo>
                    <a:pt x="131064" y="2389759"/>
                    <a:pt x="0" y="2258822"/>
                    <a:pt x="0" y="2097151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24" name="Group 24"/>
          <p:cNvGrpSpPr/>
          <p:nvPr/>
        </p:nvGrpSpPr>
        <p:grpSpPr>
          <a:xfrm>
            <a:off x="7040880" y="3054096"/>
            <a:ext cx="1097547" cy="1097547"/>
            <a:chOff x="0" y="0"/>
            <a:chExt cx="1463396" cy="1463396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463294" cy="1463294"/>
            </a:xfrm>
            <a:custGeom>
              <a:avLst/>
              <a:gdLst/>
              <a:ahLst/>
              <a:cxnLst/>
              <a:rect l="l" t="t" r="r" b="b"/>
              <a:pathLst>
                <a:path w="1463294" h="1463294">
                  <a:moveTo>
                    <a:pt x="0" y="731647"/>
                  </a:moveTo>
                  <a:cubicBezTo>
                    <a:pt x="0" y="327533"/>
                    <a:pt x="327533" y="0"/>
                    <a:pt x="731647" y="0"/>
                  </a:cubicBezTo>
                  <a:cubicBezTo>
                    <a:pt x="1135761" y="0"/>
                    <a:pt x="1463294" y="327533"/>
                    <a:pt x="1463294" y="731647"/>
                  </a:cubicBezTo>
                  <a:cubicBezTo>
                    <a:pt x="1463294" y="1135761"/>
                    <a:pt x="1135761" y="1463294"/>
                    <a:pt x="731647" y="1463294"/>
                  </a:cubicBezTo>
                  <a:cubicBezTo>
                    <a:pt x="327533" y="1463294"/>
                    <a:pt x="0" y="1135761"/>
                    <a:pt x="0" y="731647"/>
                  </a:cubicBezTo>
                  <a:close/>
                </a:path>
              </a:pathLst>
            </a:custGeom>
            <a:solidFill>
              <a:srgbClr val="7C3AED"/>
            </a:solidFill>
          </p:spPr>
        </p:sp>
      </p:grpSp>
      <p:grpSp>
        <p:nvGrpSpPr>
          <p:cNvPr id="26" name="Group 26"/>
          <p:cNvGrpSpPr/>
          <p:nvPr/>
        </p:nvGrpSpPr>
        <p:grpSpPr>
          <a:xfrm>
            <a:off x="7223760" y="3236976"/>
            <a:ext cx="731520" cy="731520"/>
            <a:chOff x="0" y="0"/>
            <a:chExt cx="975360" cy="975360"/>
          </a:xfrm>
        </p:grpSpPr>
        <p:sp>
          <p:nvSpPr>
            <p:cNvPr id="27" name="Freeform 27" descr="preencoded.png"/>
            <p:cNvSpPr/>
            <p:nvPr/>
          </p:nvSpPr>
          <p:spPr>
            <a:xfrm>
              <a:off x="0" y="0"/>
              <a:ext cx="975360" cy="975360"/>
            </a:xfrm>
            <a:custGeom>
              <a:avLst/>
              <a:gdLst/>
              <a:ahLst/>
              <a:cxnLst/>
              <a:rect l="l" t="t" r="r" b="b"/>
              <a:pathLst>
                <a:path w="975360" h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grpSp>
        <p:nvGrpSpPr>
          <p:cNvPr id="28" name="Group 28"/>
          <p:cNvGrpSpPr/>
          <p:nvPr/>
        </p:nvGrpSpPr>
        <p:grpSpPr>
          <a:xfrm>
            <a:off x="8357616" y="2889504"/>
            <a:ext cx="3657600" cy="694801"/>
            <a:chOff x="0" y="0"/>
            <a:chExt cx="4876800" cy="926401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4876800" cy="926400"/>
            </a:xfrm>
            <a:custGeom>
              <a:avLst/>
              <a:gdLst/>
              <a:ahLst/>
              <a:cxnLst/>
              <a:rect l="l" t="t" r="r" b="b"/>
              <a:pathLst>
                <a:path w="4876800" h="926400">
                  <a:moveTo>
                    <a:pt x="0" y="0"/>
                  </a:moveTo>
                  <a:lnTo>
                    <a:pt x="4876800" y="0"/>
                  </a:lnTo>
                  <a:lnTo>
                    <a:pt x="4876800" y="926400"/>
                  </a:lnTo>
                  <a:lnTo>
                    <a:pt x="0" y="926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2574" b="-52574"/>
              </a:stretch>
            </a:blipFill>
          </p:spPr>
        </p:sp>
        <p:sp>
          <p:nvSpPr>
            <p:cNvPr id="30" name="TextBox 30"/>
            <p:cNvSpPr txBox="1"/>
            <p:nvPr/>
          </p:nvSpPr>
          <p:spPr>
            <a:xfrm>
              <a:off x="0" y="-38100"/>
              <a:ext cx="4876800" cy="96450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1F293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Отчёты и презентации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8357616" y="3547872"/>
            <a:ext cx="3657600" cy="786603"/>
            <a:chOff x="0" y="0"/>
            <a:chExt cx="4876800" cy="1048804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4876800" cy="1048800"/>
            </a:xfrm>
            <a:custGeom>
              <a:avLst/>
              <a:gdLst/>
              <a:ahLst/>
              <a:cxnLst/>
              <a:rect l="l" t="t" r="r" b="b"/>
              <a:pathLst>
                <a:path w="4876800" h="1048800">
                  <a:moveTo>
                    <a:pt x="0" y="0"/>
                  </a:moveTo>
                  <a:lnTo>
                    <a:pt x="4876800" y="0"/>
                  </a:lnTo>
                  <a:lnTo>
                    <a:pt x="4876800" y="1048800"/>
                  </a:lnTo>
                  <a:lnTo>
                    <a:pt x="0" y="104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0603" b="-40603"/>
              </a:stretch>
            </a:blipFill>
          </p:spPr>
        </p:sp>
        <p:sp>
          <p:nvSpPr>
            <p:cNvPr id="33" name="TextBox 33"/>
            <p:cNvSpPr txBox="1"/>
            <p:nvPr/>
          </p:nvSpPr>
          <p:spPr>
            <a:xfrm>
              <a:off x="0" y="-47625"/>
              <a:ext cx="4876800" cy="109642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Часы на оформление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2508992" y="2706624"/>
            <a:ext cx="5486400" cy="1792348"/>
            <a:chOff x="0" y="0"/>
            <a:chExt cx="7315200" cy="2389797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7315200" cy="2389759"/>
            </a:xfrm>
            <a:custGeom>
              <a:avLst/>
              <a:gdLst/>
              <a:ahLst/>
              <a:cxnLst/>
              <a:rect l="l" t="t" r="r" b="b"/>
              <a:pathLst>
                <a:path w="7315200" h="2389759">
                  <a:moveTo>
                    <a:pt x="0" y="292608"/>
                  </a:moveTo>
                  <a:cubicBezTo>
                    <a:pt x="0" y="131064"/>
                    <a:pt x="131064" y="0"/>
                    <a:pt x="292608" y="0"/>
                  </a:cubicBezTo>
                  <a:lnTo>
                    <a:pt x="7022592" y="0"/>
                  </a:lnTo>
                  <a:cubicBezTo>
                    <a:pt x="7184136" y="0"/>
                    <a:pt x="7315200" y="131064"/>
                    <a:pt x="7315200" y="292608"/>
                  </a:cubicBezTo>
                  <a:lnTo>
                    <a:pt x="7315200" y="2097151"/>
                  </a:lnTo>
                  <a:cubicBezTo>
                    <a:pt x="7315200" y="2258822"/>
                    <a:pt x="7184136" y="2389759"/>
                    <a:pt x="7022592" y="2389759"/>
                  </a:cubicBezTo>
                  <a:lnTo>
                    <a:pt x="292608" y="2389759"/>
                  </a:lnTo>
                  <a:cubicBezTo>
                    <a:pt x="131064" y="2389759"/>
                    <a:pt x="0" y="2258822"/>
                    <a:pt x="0" y="2097151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36" name="Group 36"/>
          <p:cNvGrpSpPr/>
          <p:nvPr/>
        </p:nvGrpSpPr>
        <p:grpSpPr>
          <a:xfrm>
            <a:off x="12838176" y="3054096"/>
            <a:ext cx="1097547" cy="1097547"/>
            <a:chOff x="0" y="0"/>
            <a:chExt cx="1463396" cy="1463396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463294" cy="1463294"/>
            </a:xfrm>
            <a:custGeom>
              <a:avLst/>
              <a:gdLst/>
              <a:ahLst/>
              <a:cxnLst/>
              <a:rect l="l" t="t" r="r" b="b"/>
              <a:pathLst>
                <a:path w="1463294" h="1463294">
                  <a:moveTo>
                    <a:pt x="0" y="731647"/>
                  </a:moveTo>
                  <a:cubicBezTo>
                    <a:pt x="0" y="327533"/>
                    <a:pt x="327533" y="0"/>
                    <a:pt x="731647" y="0"/>
                  </a:cubicBezTo>
                  <a:cubicBezTo>
                    <a:pt x="1135761" y="0"/>
                    <a:pt x="1463294" y="327533"/>
                    <a:pt x="1463294" y="731647"/>
                  </a:cubicBezTo>
                  <a:cubicBezTo>
                    <a:pt x="1463294" y="1135761"/>
                    <a:pt x="1135761" y="1463294"/>
                    <a:pt x="731647" y="1463294"/>
                  </a:cubicBezTo>
                  <a:cubicBezTo>
                    <a:pt x="327533" y="1463294"/>
                    <a:pt x="0" y="1135761"/>
                    <a:pt x="0" y="731647"/>
                  </a:cubicBezTo>
                  <a:close/>
                </a:path>
              </a:pathLst>
            </a:custGeom>
            <a:solidFill>
              <a:srgbClr val="7C3AED"/>
            </a:solidFill>
          </p:spPr>
        </p:sp>
      </p:grpSp>
      <p:grpSp>
        <p:nvGrpSpPr>
          <p:cNvPr id="38" name="Group 38"/>
          <p:cNvGrpSpPr/>
          <p:nvPr/>
        </p:nvGrpSpPr>
        <p:grpSpPr>
          <a:xfrm>
            <a:off x="13021056" y="3236976"/>
            <a:ext cx="731520" cy="731520"/>
            <a:chOff x="0" y="0"/>
            <a:chExt cx="975360" cy="975360"/>
          </a:xfrm>
        </p:grpSpPr>
        <p:sp>
          <p:nvSpPr>
            <p:cNvPr id="39" name="Freeform 39" descr="preencoded.png"/>
            <p:cNvSpPr/>
            <p:nvPr/>
          </p:nvSpPr>
          <p:spPr>
            <a:xfrm>
              <a:off x="0" y="0"/>
              <a:ext cx="975360" cy="975360"/>
            </a:xfrm>
            <a:custGeom>
              <a:avLst/>
              <a:gdLst/>
              <a:ahLst/>
              <a:cxnLst/>
              <a:rect l="l" t="t" r="r" b="b"/>
              <a:pathLst>
                <a:path w="975360" h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grpSp>
        <p:nvGrpSpPr>
          <p:cNvPr id="40" name="Group 40"/>
          <p:cNvGrpSpPr/>
          <p:nvPr/>
        </p:nvGrpSpPr>
        <p:grpSpPr>
          <a:xfrm>
            <a:off x="14154912" y="2889504"/>
            <a:ext cx="3657600" cy="694801"/>
            <a:chOff x="0" y="0"/>
            <a:chExt cx="4876800" cy="926401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4876800" cy="926400"/>
            </a:xfrm>
            <a:custGeom>
              <a:avLst/>
              <a:gdLst/>
              <a:ahLst/>
              <a:cxnLst/>
              <a:rect l="l" t="t" r="r" b="b"/>
              <a:pathLst>
                <a:path w="4876800" h="926400">
                  <a:moveTo>
                    <a:pt x="0" y="0"/>
                  </a:moveTo>
                  <a:lnTo>
                    <a:pt x="4876800" y="0"/>
                  </a:lnTo>
                  <a:lnTo>
                    <a:pt x="4876800" y="926400"/>
                  </a:lnTo>
                  <a:lnTo>
                    <a:pt x="0" y="926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2574" b="-52574"/>
              </a:stretch>
            </a:blipFill>
          </p:spPr>
        </p:sp>
        <p:sp>
          <p:nvSpPr>
            <p:cNvPr id="42" name="TextBox 42"/>
            <p:cNvSpPr txBox="1"/>
            <p:nvPr/>
          </p:nvSpPr>
          <p:spPr>
            <a:xfrm>
              <a:off x="0" y="-38100"/>
              <a:ext cx="4876800" cy="96450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1F293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Контроль исполнения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14154912" y="3547872"/>
            <a:ext cx="3657600" cy="786603"/>
            <a:chOff x="0" y="0"/>
            <a:chExt cx="4876800" cy="1048804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4876800" cy="1048800"/>
            </a:xfrm>
            <a:custGeom>
              <a:avLst/>
              <a:gdLst/>
              <a:ahLst/>
              <a:cxnLst/>
              <a:rect l="l" t="t" r="r" b="b"/>
              <a:pathLst>
                <a:path w="4876800" h="1048800">
                  <a:moveTo>
                    <a:pt x="0" y="0"/>
                  </a:moveTo>
                  <a:lnTo>
                    <a:pt x="4876800" y="0"/>
                  </a:lnTo>
                  <a:lnTo>
                    <a:pt x="4876800" y="1048800"/>
                  </a:lnTo>
                  <a:lnTo>
                    <a:pt x="0" y="104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0603" b="-40603"/>
              </a:stretch>
            </a:blipFill>
          </p:spPr>
        </p:sp>
        <p:sp>
          <p:nvSpPr>
            <p:cNvPr id="45" name="TextBox 45"/>
            <p:cNvSpPr txBox="1"/>
            <p:nvPr/>
          </p:nvSpPr>
          <p:spPr>
            <a:xfrm>
              <a:off x="0" y="-47625"/>
              <a:ext cx="4876800" cy="109642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Ручной мониторинг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914400" y="4754880"/>
            <a:ext cx="5486400" cy="1792348"/>
            <a:chOff x="0" y="0"/>
            <a:chExt cx="7315200" cy="2389797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7315200" cy="2389759"/>
            </a:xfrm>
            <a:custGeom>
              <a:avLst/>
              <a:gdLst/>
              <a:ahLst/>
              <a:cxnLst/>
              <a:rect l="l" t="t" r="r" b="b"/>
              <a:pathLst>
                <a:path w="7315200" h="2389759">
                  <a:moveTo>
                    <a:pt x="0" y="292608"/>
                  </a:moveTo>
                  <a:cubicBezTo>
                    <a:pt x="0" y="131064"/>
                    <a:pt x="131064" y="0"/>
                    <a:pt x="292608" y="0"/>
                  </a:cubicBezTo>
                  <a:lnTo>
                    <a:pt x="7022592" y="0"/>
                  </a:lnTo>
                  <a:cubicBezTo>
                    <a:pt x="7184136" y="0"/>
                    <a:pt x="7315200" y="131064"/>
                    <a:pt x="7315200" y="292608"/>
                  </a:cubicBezTo>
                  <a:lnTo>
                    <a:pt x="7315200" y="2097151"/>
                  </a:lnTo>
                  <a:cubicBezTo>
                    <a:pt x="7315200" y="2258822"/>
                    <a:pt x="7184136" y="2389759"/>
                    <a:pt x="7022592" y="2389759"/>
                  </a:cubicBezTo>
                  <a:lnTo>
                    <a:pt x="292608" y="2389759"/>
                  </a:lnTo>
                  <a:cubicBezTo>
                    <a:pt x="131064" y="2389759"/>
                    <a:pt x="0" y="2258822"/>
                    <a:pt x="0" y="2097151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48" name="Group 48"/>
          <p:cNvGrpSpPr/>
          <p:nvPr/>
        </p:nvGrpSpPr>
        <p:grpSpPr>
          <a:xfrm>
            <a:off x="1243584" y="5102352"/>
            <a:ext cx="1097547" cy="1097547"/>
            <a:chOff x="0" y="0"/>
            <a:chExt cx="1463396" cy="1463396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1463294" cy="1463294"/>
            </a:xfrm>
            <a:custGeom>
              <a:avLst/>
              <a:gdLst/>
              <a:ahLst/>
              <a:cxnLst/>
              <a:rect l="l" t="t" r="r" b="b"/>
              <a:pathLst>
                <a:path w="1463294" h="1463294">
                  <a:moveTo>
                    <a:pt x="0" y="731647"/>
                  </a:moveTo>
                  <a:cubicBezTo>
                    <a:pt x="0" y="327533"/>
                    <a:pt x="327533" y="0"/>
                    <a:pt x="731647" y="0"/>
                  </a:cubicBezTo>
                  <a:cubicBezTo>
                    <a:pt x="1135761" y="0"/>
                    <a:pt x="1463294" y="327533"/>
                    <a:pt x="1463294" y="731647"/>
                  </a:cubicBezTo>
                  <a:cubicBezTo>
                    <a:pt x="1463294" y="1135761"/>
                    <a:pt x="1135761" y="1463294"/>
                    <a:pt x="731647" y="1463294"/>
                  </a:cubicBezTo>
                  <a:cubicBezTo>
                    <a:pt x="327533" y="1463294"/>
                    <a:pt x="0" y="1135761"/>
                    <a:pt x="0" y="731647"/>
                  </a:cubicBezTo>
                  <a:close/>
                </a:path>
              </a:pathLst>
            </a:custGeom>
            <a:solidFill>
              <a:srgbClr val="7C3AED"/>
            </a:solidFill>
          </p:spPr>
        </p:sp>
      </p:grpSp>
      <p:grpSp>
        <p:nvGrpSpPr>
          <p:cNvPr id="50" name="Group 50"/>
          <p:cNvGrpSpPr/>
          <p:nvPr/>
        </p:nvGrpSpPr>
        <p:grpSpPr>
          <a:xfrm>
            <a:off x="1426464" y="5285232"/>
            <a:ext cx="731520" cy="731520"/>
            <a:chOff x="0" y="0"/>
            <a:chExt cx="975360" cy="975360"/>
          </a:xfrm>
        </p:grpSpPr>
        <p:sp>
          <p:nvSpPr>
            <p:cNvPr id="51" name="Freeform 51" descr="preencoded.png"/>
            <p:cNvSpPr/>
            <p:nvPr/>
          </p:nvSpPr>
          <p:spPr>
            <a:xfrm>
              <a:off x="0" y="0"/>
              <a:ext cx="975360" cy="975360"/>
            </a:xfrm>
            <a:custGeom>
              <a:avLst/>
              <a:gdLst/>
              <a:ahLst/>
              <a:cxnLst/>
              <a:rect l="l" t="t" r="r" b="b"/>
              <a:pathLst>
                <a:path w="975360" h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  <p:grpSp>
        <p:nvGrpSpPr>
          <p:cNvPr id="52" name="Group 52"/>
          <p:cNvGrpSpPr/>
          <p:nvPr/>
        </p:nvGrpSpPr>
        <p:grpSpPr>
          <a:xfrm>
            <a:off x="2560320" y="4937760"/>
            <a:ext cx="3657600" cy="694801"/>
            <a:chOff x="0" y="0"/>
            <a:chExt cx="4876800" cy="926401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4876800" cy="926400"/>
            </a:xfrm>
            <a:custGeom>
              <a:avLst/>
              <a:gdLst/>
              <a:ahLst/>
              <a:cxnLst/>
              <a:rect l="l" t="t" r="r" b="b"/>
              <a:pathLst>
                <a:path w="4876800" h="926400">
                  <a:moveTo>
                    <a:pt x="0" y="0"/>
                  </a:moveTo>
                  <a:lnTo>
                    <a:pt x="4876800" y="0"/>
                  </a:lnTo>
                  <a:lnTo>
                    <a:pt x="4876800" y="926400"/>
                  </a:lnTo>
                  <a:lnTo>
                    <a:pt x="0" y="926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2574" b="-52574"/>
              </a:stretch>
            </a:blipFill>
          </p:spPr>
        </p:sp>
        <p:sp>
          <p:nvSpPr>
            <p:cNvPr id="54" name="TextBox 54"/>
            <p:cNvSpPr txBox="1"/>
            <p:nvPr/>
          </p:nvSpPr>
          <p:spPr>
            <a:xfrm>
              <a:off x="0" y="-38100"/>
              <a:ext cx="4876800" cy="96450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1F293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Подготовка к совещаниям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2560320" y="5596128"/>
            <a:ext cx="3657600" cy="786603"/>
            <a:chOff x="0" y="0"/>
            <a:chExt cx="4876800" cy="1048804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4876800" cy="1048800"/>
            </a:xfrm>
            <a:custGeom>
              <a:avLst/>
              <a:gdLst/>
              <a:ahLst/>
              <a:cxnLst/>
              <a:rect l="l" t="t" r="r" b="b"/>
              <a:pathLst>
                <a:path w="4876800" h="1048800">
                  <a:moveTo>
                    <a:pt x="0" y="0"/>
                  </a:moveTo>
                  <a:lnTo>
                    <a:pt x="4876800" y="0"/>
                  </a:lnTo>
                  <a:lnTo>
                    <a:pt x="4876800" y="1048800"/>
                  </a:lnTo>
                  <a:lnTo>
                    <a:pt x="0" y="104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0603" b="-40603"/>
              </a:stretch>
            </a:blipFill>
          </p:spPr>
        </p:sp>
        <p:sp>
          <p:nvSpPr>
            <p:cNvPr id="57" name="TextBox 57"/>
            <p:cNvSpPr txBox="1"/>
            <p:nvPr/>
          </p:nvSpPr>
          <p:spPr>
            <a:xfrm>
              <a:off x="0" y="-47625"/>
              <a:ext cx="4876800" cy="109642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Сбор данных вручную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6711696" y="4754880"/>
            <a:ext cx="5486400" cy="1792348"/>
            <a:chOff x="0" y="0"/>
            <a:chExt cx="7315200" cy="2389797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7315200" cy="2389759"/>
            </a:xfrm>
            <a:custGeom>
              <a:avLst/>
              <a:gdLst/>
              <a:ahLst/>
              <a:cxnLst/>
              <a:rect l="l" t="t" r="r" b="b"/>
              <a:pathLst>
                <a:path w="7315200" h="2389759">
                  <a:moveTo>
                    <a:pt x="0" y="292608"/>
                  </a:moveTo>
                  <a:cubicBezTo>
                    <a:pt x="0" y="131064"/>
                    <a:pt x="131064" y="0"/>
                    <a:pt x="292608" y="0"/>
                  </a:cubicBezTo>
                  <a:lnTo>
                    <a:pt x="7022592" y="0"/>
                  </a:lnTo>
                  <a:cubicBezTo>
                    <a:pt x="7184136" y="0"/>
                    <a:pt x="7315200" y="131064"/>
                    <a:pt x="7315200" y="292608"/>
                  </a:cubicBezTo>
                  <a:lnTo>
                    <a:pt x="7315200" y="2097151"/>
                  </a:lnTo>
                  <a:cubicBezTo>
                    <a:pt x="7315200" y="2258822"/>
                    <a:pt x="7184136" y="2389759"/>
                    <a:pt x="7022592" y="2389759"/>
                  </a:cubicBezTo>
                  <a:lnTo>
                    <a:pt x="292608" y="2389759"/>
                  </a:lnTo>
                  <a:cubicBezTo>
                    <a:pt x="131064" y="2389759"/>
                    <a:pt x="0" y="2258822"/>
                    <a:pt x="0" y="2097151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60" name="Group 60"/>
          <p:cNvGrpSpPr/>
          <p:nvPr/>
        </p:nvGrpSpPr>
        <p:grpSpPr>
          <a:xfrm>
            <a:off x="7040880" y="5102352"/>
            <a:ext cx="1097547" cy="1097547"/>
            <a:chOff x="0" y="0"/>
            <a:chExt cx="1463396" cy="1463396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1463294" cy="1463294"/>
            </a:xfrm>
            <a:custGeom>
              <a:avLst/>
              <a:gdLst/>
              <a:ahLst/>
              <a:cxnLst/>
              <a:rect l="l" t="t" r="r" b="b"/>
              <a:pathLst>
                <a:path w="1463294" h="1463294">
                  <a:moveTo>
                    <a:pt x="0" y="731647"/>
                  </a:moveTo>
                  <a:cubicBezTo>
                    <a:pt x="0" y="327533"/>
                    <a:pt x="327533" y="0"/>
                    <a:pt x="731647" y="0"/>
                  </a:cubicBezTo>
                  <a:cubicBezTo>
                    <a:pt x="1135761" y="0"/>
                    <a:pt x="1463294" y="327533"/>
                    <a:pt x="1463294" y="731647"/>
                  </a:cubicBezTo>
                  <a:cubicBezTo>
                    <a:pt x="1463294" y="1135761"/>
                    <a:pt x="1135761" y="1463294"/>
                    <a:pt x="731647" y="1463294"/>
                  </a:cubicBezTo>
                  <a:cubicBezTo>
                    <a:pt x="327533" y="1463294"/>
                    <a:pt x="0" y="1135761"/>
                    <a:pt x="0" y="731647"/>
                  </a:cubicBezTo>
                  <a:close/>
                </a:path>
              </a:pathLst>
            </a:custGeom>
            <a:solidFill>
              <a:srgbClr val="7C3AED"/>
            </a:solidFill>
          </p:spPr>
        </p:sp>
      </p:grpSp>
      <p:grpSp>
        <p:nvGrpSpPr>
          <p:cNvPr id="62" name="Group 62"/>
          <p:cNvGrpSpPr/>
          <p:nvPr/>
        </p:nvGrpSpPr>
        <p:grpSpPr>
          <a:xfrm>
            <a:off x="7223760" y="5285232"/>
            <a:ext cx="731520" cy="731520"/>
            <a:chOff x="0" y="0"/>
            <a:chExt cx="975360" cy="975360"/>
          </a:xfrm>
        </p:grpSpPr>
        <p:sp>
          <p:nvSpPr>
            <p:cNvPr id="63" name="Freeform 63" descr="preencoded.png"/>
            <p:cNvSpPr/>
            <p:nvPr/>
          </p:nvSpPr>
          <p:spPr>
            <a:xfrm>
              <a:off x="0" y="0"/>
              <a:ext cx="975360" cy="975360"/>
            </a:xfrm>
            <a:custGeom>
              <a:avLst/>
              <a:gdLst/>
              <a:ahLst/>
              <a:cxnLst/>
              <a:rect l="l" t="t" r="r" b="b"/>
              <a:pathLst>
                <a:path w="975360" h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</p:grpSp>
      <p:grpSp>
        <p:nvGrpSpPr>
          <p:cNvPr id="64" name="Group 64"/>
          <p:cNvGrpSpPr/>
          <p:nvPr/>
        </p:nvGrpSpPr>
        <p:grpSpPr>
          <a:xfrm>
            <a:off x="8357616" y="4937760"/>
            <a:ext cx="3657600" cy="694801"/>
            <a:chOff x="0" y="0"/>
            <a:chExt cx="4876800" cy="926401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4876800" cy="926400"/>
            </a:xfrm>
            <a:custGeom>
              <a:avLst/>
              <a:gdLst/>
              <a:ahLst/>
              <a:cxnLst/>
              <a:rect l="l" t="t" r="r" b="b"/>
              <a:pathLst>
                <a:path w="4876800" h="926400">
                  <a:moveTo>
                    <a:pt x="0" y="0"/>
                  </a:moveTo>
                  <a:lnTo>
                    <a:pt x="4876800" y="0"/>
                  </a:lnTo>
                  <a:lnTo>
                    <a:pt x="4876800" y="926400"/>
                  </a:lnTo>
                  <a:lnTo>
                    <a:pt x="0" y="926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2574" b="-52574"/>
              </a:stretch>
            </a:blipFill>
          </p:spPr>
        </p:sp>
        <p:sp>
          <p:nvSpPr>
            <p:cNvPr id="66" name="TextBox 66"/>
            <p:cNvSpPr txBox="1"/>
            <p:nvPr/>
          </p:nvSpPr>
          <p:spPr>
            <a:xfrm>
              <a:off x="0" y="-38100"/>
              <a:ext cx="4876800" cy="96450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1F293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Анализ документов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8357616" y="5596128"/>
            <a:ext cx="3657600" cy="786603"/>
            <a:chOff x="0" y="0"/>
            <a:chExt cx="4876800" cy="1048804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4876800" cy="1048800"/>
            </a:xfrm>
            <a:custGeom>
              <a:avLst/>
              <a:gdLst/>
              <a:ahLst/>
              <a:cxnLst/>
              <a:rect l="l" t="t" r="r" b="b"/>
              <a:pathLst>
                <a:path w="4876800" h="1048800">
                  <a:moveTo>
                    <a:pt x="0" y="0"/>
                  </a:moveTo>
                  <a:lnTo>
                    <a:pt x="4876800" y="0"/>
                  </a:lnTo>
                  <a:lnTo>
                    <a:pt x="4876800" y="1048800"/>
                  </a:lnTo>
                  <a:lnTo>
                    <a:pt x="0" y="104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0603" b="-40603"/>
              </a:stretch>
            </a:blipFill>
          </p:spPr>
        </p:sp>
        <p:sp>
          <p:nvSpPr>
            <p:cNvPr id="69" name="TextBox 69"/>
            <p:cNvSpPr txBox="1"/>
            <p:nvPr/>
          </p:nvSpPr>
          <p:spPr>
            <a:xfrm>
              <a:off x="0" y="-47625"/>
              <a:ext cx="4876800" cy="109642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Читаем всё сами</a:t>
              </a: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12508992" y="4754880"/>
            <a:ext cx="5486400" cy="1792348"/>
            <a:chOff x="0" y="0"/>
            <a:chExt cx="7315200" cy="2389797"/>
          </a:xfrm>
        </p:grpSpPr>
        <p:sp>
          <p:nvSpPr>
            <p:cNvPr id="71" name="Freeform 71"/>
            <p:cNvSpPr/>
            <p:nvPr/>
          </p:nvSpPr>
          <p:spPr>
            <a:xfrm>
              <a:off x="0" y="0"/>
              <a:ext cx="7315200" cy="2389759"/>
            </a:xfrm>
            <a:custGeom>
              <a:avLst/>
              <a:gdLst/>
              <a:ahLst/>
              <a:cxnLst/>
              <a:rect l="l" t="t" r="r" b="b"/>
              <a:pathLst>
                <a:path w="7315200" h="2389759">
                  <a:moveTo>
                    <a:pt x="0" y="292608"/>
                  </a:moveTo>
                  <a:cubicBezTo>
                    <a:pt x="0" y="131064"/>
                    <a:pt x="131064" y="0"/>
                    <a:pt x="292608" y="0"/>
                  </a:cubicBezTo>
                  <a:lnTo>
                    <a:pt x="7022592" y="0"/>
                  </a:lnTo>
                  <a:cubicBezTo>
                    <a:pt x="7184136" y="0"/>
                    <a:pt x="7315200" y="131064"/>
                    <a:pt x="7315200" y="292608"/>
                  </a:cubicBezTo>
                  <a:lnTo>
                    <a:pt x="7315200" y="2097151"/>
                  </a:lnTo>
                  <a:cubicBezTo>
                    <a:pt x="7315200" y="2258822"/>
                    <a:pt x="7184136" y="2389759"/>
                    <a:pt x="7022592" y="2389759"/>
                  </a:cubicBezTo>
                  <a:lnTo>
                    <a:pt x="292608" y="2389759"/>
                  </a:lnTo>
                  <a:cubicBezTo>
                    <a:pt x="131064" y="2389759"/>
                    <a:pt x="0" y="2258822"/>
                    <a:pt x="0" y="2097151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72" name="Group 72"/>
          <p:cNvGrpSpPr/>
          <p:nvPr/>
        </p:nvGrpSpPr>
        <p:grpSpPr>
          <a:xfrm>
            <a:off x="12838176" y="5102352"/>
            <a:ext cx="1097547" cy="1097547"/>
            <a:chOff x="0" y="0"/>
            <a:chExt cx="1463396" cy="1463396"/>
          </a:xfrm>
        </p:grpSpPr>
        <p:sp>
          <p:nvSpPr>
            <p:cNvPr id="73" name="Freeform 73"/>
            <p:cNvSpPr/>
            <p:nvPr/>
          </p:nvSpPr>
          <p:spPr>
            <a:xfrm>
              <a:off x="0" y="0"/>
              <a:ext cx="1463294" cy="1463294"/>
            </a:xfrm>
            <a:custGeom>
              <a:avLst/>
              <a:gdLst/>
              <a:ahLst/>
              <a:cxnLst/>
              <a:rect l="l" t="t" r="r" b="b"/>
              <a:pathLst>
                <a:path w="1463294" h="1463294">
                  <a:moveTo>
                    <a:pt x="0" y="731647"/>
                  </a:moveTo>
                  <a:cubicBezTo>
                    <a:pt x="0" y="327533"/>
                    <a:pt x="327533" y="0"/>
                    <a:pt x="731647" y="0"/>
                  </a:cubicBezTo>
                  <a:cubicBezTo>
                    <a:pt x="1135761" y="0"/>
                    <a:pt x="1463294" y="327533"/>
                    <a:pt x="1463294" y="731647"/>
                  </a:cubicBezTo>
                  <a:cubicBezTo>
                    <a:pt x="1463294" y="1135761"/>
                    <a:pt x="1135761" y="1463294"/>
                    <a:pt x="731647" y="1463294"/>
                  </a:cubicBezTo>
                  <a:cubicBezTo>
                    <a:pt x="327533" y="1463294"/>
                    <a:pt x="0" y="1135761"/>
                    <a:pt x="0" y="731647"/>
                  </a:cubicBezTo>
                  <a:close/>
                </a:path>
              </a:pathLst>
            </a:custGeom>
            <a:solidFill>
              <a:srgbClr val="7C3AED"/>
            </a:solidFill>
          </p:spPr>
        </p:sp>
      </p:grpSp>
      <p:grpSp>
        <p:nvGrpSpPr>
          <p:cNvPr id="74" name="Group 74"/>
          <p:cNvGrpSpPr/>
          <p:nvPr/>
        </p:nvGrpSpPr>
        <p:grpSpPr>
          <a:xfrm>
            <a:off x="13021056" y="5285232"/>
            <a:ext cx="731520" cy="731520"/>
            <a:chOff x="0" y="0"/>
            <a:chExt cx="975360" cy="975360"/>
          </a:xfrm>
        </p:grpSpPr>
        <p:sp>
          <p:nvSpPr>
            <p:cNvPr id="75" name="Freeform 75" descr="preencoded.png"/>
            <p:cNvSpPr/>
            <p:nvPr/>
          </p:nvSpPr>
          <p:spPr>
            <a:xfrm>
              <a:off x="0" y="0"/>
              <a:ext cx="975360" cy="975360"/>
            </a:xfrm>
            <a:custGeom>
              <a:avLst/>
              <a:gdLst/>
              <a:ahLst/>
              <a:cxnLst/>
              <a:rect l="l" t="t" r="r" b="b"/>
              <a:pathLst>
                <a:path w="975360" h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</p:sp>
      </p:grpSp>
      <p:grpSp>
        <p:nvGrpSpPr>
          <p:cNvPr id="76" name="Group 76"/>
          <p:cNvGrpSpPr/>
          <p:nvPr/>
        </p:nvGrpSpPr>
        <p:grpSpPr>
          <a:xfrm>
            <a:off x="14154912" y="4937760"/>
            <a:ext cx="3657600" cy="694801"/>
            <a:chOff x="0" y="0"/>
            <a:chExt cx="4876800" cy="926401"/>
          </a:xfrm>
        </p:grpSpPr>
        <p:sp>
          <p:nvSpPr>
            <p:cNvPr id="77" name="Freeform 77"/>
            <p:cNvSpPr/>
            <p:nvPr/>
          </p:nvSpPr>
          <p:spPr>
            <a:xfrm>
              <a:off x="0" y="0"/>
              <a:ext cx="4876800" cy="926400"/>
            </a:xfrm>
            <a:custGeom>
              <a:avLst/>
              <a:gdLst/>
              <a:ahLst/>
              <a:cxnLst/>
              <a:rect l="l" t="t" r="r" b="b"/>
              <a:pathLst>
                <a:path w="4876800" h="926400">
                  <a:moveTo>
                    <a:pt x="0" y="0"/>
                  </a:moveTo>
                  <a:lnTo>
                    <a:pt x="4876800" y="0"/>
                  </a:lnTo>
                  <a:lnTo>
                    <a:pt x="4876800" y="926400"/>
                  </a:lnTo>
                  <a:lnTo>
                    <a:pt x="0" y="926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2574" b="-52574"/>
              </a:stretch>
            </a:blipFill>
          </p:spPr>
        </p:sp>
        <p:sp>
          <p:nvSpPr>
            <p:cNvPr id="78" name="TextBox 78"/>
            <p:cNvSpPr txBox="1"/>
            <p:nvPr/>
          </p:nvSpPr>
          <p:spPr>
            <a:xfrm>
              <a:off x="0" y="-38100"/>
              <a:ext cx="4876800" cy="96450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1F293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Согласования без конца</a:t>
              </a:r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14154912" y="5596128"/>
            <a:ext cx="3657600" cy="786603"/>
            <a:chOff x="0" y="0"/>
            <a:chExt cx="4876800" cy="1048804"/>
          </a:xfrm>
        </p:grpSpPr>
        <p:sp>
          <p:nvSpPr>
            <p:cNvPr id="80" name="Freeform 80"/>
            <p:cNvSpPr/>
            <p:nvPr/>
          </p:nvSpPr>
          <p:spPr>
            <a:xfrm>
              <a:off x="0" y="0"/>
              <a:ext cx="4876800" cy="1048800"/>
            </a:xfrm>
            <a:custGeom>
              <a:avLst/>
              <a:gdLst/>
              <a:ahLst/>
              <a:cxnLst/>
              <a:rect l="l" t="t" r="r" b="b"/>
              <a:pathLst>
                <a:path w="4876800" h="1048800">
                  <a:moveTo>
                    <a:pt x="0" y="0"/>
                  </a:moveTo>
                  <a:lnTo>
                    <a:pt x="4876800" y="0"/>
                  </a:lnTo>
                  <a:lnTo>
                    <a:pt x="4876800" y="1048800"/>
                  </a:lnTo>
                  <a:lnTo>
                    <a:pt x="0" y="104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0603" b="-40603"/>
              </a:stretch>
            </a:blipFill>
          </p:spPr>
        </p:sp>
        <p:sp>
          <p:nvSpPr>
            <p:cNvPr id="81" name="TextBox 81"/>
            <p:cNvSpPr txBox="1"/>
            <p:nvPr/>
          </p:nvSpPr>
          <p:spPr>
            <a:xfrm>
              <a:off x="0" y="-47625"/>
              <a:ext cx="4876800" cy="109642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Цикл за циклом</a:t>
              </a:r>
            </a:p>
          </p:txBody>
        </p:sp>
      </p:grpSp>
      <p:grpSp>
        <p:nvGrpSpPr>
          <p:cNvPr id="82" name="Group 82"/>
          <p:cNvGrpSpPr/>
          <p:nvPr/>
        </p:nvGrpSpPr>
        <p:grpSpPr>
          <a:xfrm>
            <a:off x="895350" y="7460732"/>
            <a:ext cx="16497300" cy="1355246"/>
            <a:chOff x="0" y="0"/>
            <a:chExt cx="21996400" cy="1806994"/>
          </a:xfrm>
        </p:grpSpPr>
        <p:sp>
          <p:nvSpPr>
            <p:cNvPr id="83" name="Freeform 83"/>
            <p:cNvSpPr/>
            <p:nvPr/>
          </p:nvSpPr>
          <p:spPr>
            <a:xfrm>
              <a:off x="0" y="0"/>
              <a:ext cx="21996400" cy="1806956"/>
            </a:xfrm>
            <a:custGeom>
              <a:avLst/>
              <a:gdLst/>
              <a:ahLst/>
              <a:cxnLst/>
              <a:rect l="l" t="t" r="r" b="b"/>
              <a:pathLst>
                <a:path w="21996400" h="1806956">
                  <a:moveTo>
                    <a:pt x="0" y="200787"/>
                  </a:moveTo>
                  <a:cubicBezTo>
                    <a:pt x="0" y="89916"/>
                    <a:pt x="89916" y="0"/>
                    <a:pt x="200787" y="0"/>
                  </a:cubicBezTo>
                  <a:lnTo>
                    <a:pt x="21795612" y="0"/>
                  </a:lnTo>
                  <a:cubicBezTo>
                    <a:pt x="21906483" y="0"/>
                    <a:pt x="21996400" y="89916"/>
                    <a:pt x="21996400" y="200787"/>
                  </a:cubicBezTo>
                  <a:lnTo>
                    <a:pt x="21996400" y="1606169"/>
                  </a:lnTo>
                  <a:cubicBezTo>
                    <a:pt x="21996400" y="1717040"/>
                    <a:pt x="21906483" y="1806956"/>
                    <a:pt x="21795612" y="1806956"/>
                  </a:cubicBezTo>
                  <a:lnTo>
                    <a:pt x="200787" y="1806956"/>
                  </a:lnTo>
                  <a:cubicBezTo>
                    <a:pt x="89916" y="1806956"/>
                    <a:pt x="0" y="1717167"/>
                    <a:pt x="0" y="1606169"/>
                  </a:cubicBezTo>
                  <a:close/>
                </a:path>
              </a:pathLst>
            </a:custGeom>
            <a:solidFill>
              <a:srgbClr val="2D1B4E"/>
            </a:solidFill>
            <a:ln w="38100" cap="sq">
              <a:solidFill>
                <a:srgbClr val="7C3AED"/>
              </a:solidFill>
              <a:prstDash val="solid"/>
              <a:miter/>
            </a:ln>
          </p:spPr>
        </p:sp>
      </p:grpSp>
      <p:grpSp>
        <p:nvGrpSpPr>
          <p:cNvPr id="84" name="Group 84"/>
          <p:cNvGrpSpPr/>
          <p:nvPr/>
        </p:nvGrpSpPr>
        <p:grpSpPr>
          <a:xfrm>
            <a:off x="1280103" y="7406078"/>
            <a:ext cx="15727947" cy="1317146"/>
            <a:chOff x="0" y="0"/>
            <a:chExt cx="20970596" cy="1756194"/>
          </a:xfrm>
        </p:grpSpPr>
        <p:sp>
          <p:nvSpPr>
            <p:cNvPr id="85" name="Freeform 85"/>
            <p:cNvSpPr/>
            <p:nvPr/>
          </p:nvSpPr>
          <p:spPr>
            <a:xfrm>
              <a:off x="0" y="0"/>
              <a:ext cx="20970601" cy="1756200"/>
            </a:xfrm>
            <a:custGeom>
              <a:avLst/>
              <a:gdLst/>
              <a:ahLst/>
              <a:cxnLst/>
              <a:rect l="l" t="t" r="r" b="b"/>
              <a:pathLst>
                <a:path w="20970601" h="1756200">
                  <a:moveTo>
                    <a:pt x="0" y="0"/>
                  </a:moveTo>
                  <a:lnTo>
                    <a:pt x="20970601" y="0"/>
                  </a:lnTo>
                  <a:lnTo>
                    <a:pt x="20970601" y="1756200"/>
                  </a:lnTo>
                  <a:lnTo>
                    <a:pt x="0" y="1756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82668" b="-182668"/>
              </a:stretch>
            </a:blipFill>
          </p:spPr>
        </p:sp>
        <p:sp>
          <p:nvSpPr>
            <p:cNvPr id="86" name="TextBox 86"/>
            <p:cNvSpPr txBox="1"/>
            <p:nvPr/>
          </p:nvSpPr>
          <p:spPr>
            <a:xfrm>
              <a:off x="0" y="-66675"/>
              <a:ext cx="20970596" cy="182286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320"/>
                </a:lnSpc>
              </a:pPr>
              <a:r>
                <a:rPr lang="en-US" sz="36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Расскажите о вашем опыте работы с ИИ инструментами?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7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264640" y="-731520"/>
            <a:ext cx="4023446" cy="4023446"/>
            <a:chOff x="0" y="0"/>
            <a:chExt cx="5364594" cy="536459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364480" cy="5364480"/>
            </a:xfrm>
            <a:custGeom>
              <a:avLst/>
              <a:gdLst/>
              <a:ahLst/>
              <a:cxnLst/>
              <a:rect l="l" t="t" r="r" b="b"/>
              <a:pathLst>
                <a:path w="5364480" h="5364480">
                  <a:moveTo>
                    <a:pt x="0" y="2682240"/>
                  </a:moveTo>
                  <a:cubicBezTo>
                    <a:pt x="0" y="1200912"/>
                    <a:pt x="1200912" y="0"/>
                    <a:pt x="2682240" y="0"/>
                  </a:cubicBezTo>
                  <a:cubicBezTo>
                    <a:pt x="4163568" y="0"/>
                    <a:pt x="5364480" y="1200912"/>
                    <a:pt x="5364480" y="2682240"/>
                  </a:cubicBezTo>
                  <a:cubicBezTo>
                    <a:pt x="5364480" y="4163568"/>
                    <a:pt x="4163568" y="5364480"/>
                    <a:pt x="2682240" y="5364480"/>
                  </a:cubicBezTo>
                  <a:cubicBezTo>
                    <a:pt x="1200912" y="5364480"/>
                    <a:pt x="0" y="4163695"/>
                    <a:pt x="0" y="2682240"/>
                  </a:cubicBezTo>
                  <a:close/>
                </a:path>
              </a:pathLst>
            </a:custGeom>
            <a:solidFill>
              <a:srgbClr val="A855F7">
                <a:alpha val="3137"/>
              </a:srgbClr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-548640" y="7315200"/>
            <a:ext cx="3291754" cy="3291754"/>
            <a:chOff x="0" y="0"/>
            <a:chExt cx="4389006" cy="438900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389120" cy="4389120"/>
            </a:xfrm>
            <a:custGeom>
              <a:avLst/>
              <a:gdLst/>
              <a:ahLst/>
              <a:cxnLst/>
              <a:rect l="l" t="t" r="r" b="b"/>
              <a:pathLst>
                <a:path w="4389120" h="4389120">
                  <a:moveTo>
                    <a:pt x="0" y="2194560"/>
                  </a:moveTo>
                  <a:cubicBezTo>
                    <a:pt x="0" y="982472"/>
                    <a:pt x="982472" y="0"/>
                    <a:pt x="2194560" y="0"/>
                  </a:cubicBezTo>
                  <a:cubicBezTo>
                    <a:pt x="3406648" y="0"/>
                    <a:pt x="4389120" y="982472"/>
                    <a:pt x="4389120" y="2194560"/>
                  </a:cubicBezTo>
                  <a:cubicBezTo>
                    <a:pt x="4389120" y="3406648"/>
                    <a:pt x="3406648" y="4389120"/>
                    <a:pt x="2194560" y="4389120"/>
                  </a:cubicBezTo>
                  <a:cubicBezTo>
                    <a:pt x="982472" y="4389120"/>
                    <a:pt x="0" y="3406521"/>
                    <a:pt x="0" y="2194560"/>
                  </a:cubicBezTo>
                  <a:close/>
                </a:path>
              </a:pathLst>
            </a:custGeom>
            <a:solidFill>
              <a:srgbClr val="7C3AED">
                <a:alpha val="2353"/>
              </a:srgbClr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005840" y="512064"/>
            <a:ext cx="16459200" cy="511654"/>
            <a:chOff x="0" y="0"/>
            <a:chExt cx="21945600" cy="68220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945600" cy="682200"/>
            </a:xfrm>
            <a:custGeom>
              <a:avLst/>
              <a:gdLst/>
              <a:ahLst/>
              <a:cxnLst/>
              <a:rect l="l" t="t" r="r" b="b"/>
              <a:pathLst>
                <a:path w="21945600" h="682200">
                  <a:moveTo>
                    <a:pt x="0" y="0"/>
                  </a:moveTo>
                  <a:lnTo>
                    <a:pt x="21945600" y="0"/>
                  </a:lnTo>
                  <a:lnTo>
                    <a:pt x="21945600" y="682200"/>
                  </a:lnTo>
                  <a:lnTo>
                    <a:pt x="0" y="682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76811" b="-576812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1945600" cy="72030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>
                  <a:solidFill>
                    <a:srgbClr val="A855F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ПРЕДСТАВЬТЕ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05840" y="1060704"/>
            <a:ext cx="16459200" cy="1317146"/>
            <a:chOff x="0" y="0"/>
            <a:chExt cx="21945600" cy="175619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945600" cy="1756200"/>
            </a:xfrm>
            <a:custGeom>
              <a:avLst/>
              <a:gdLst/>
              <a:ahLst/>
              <a:cxnLst/>
              <a:rect l="l" t="t" r="r" b="b"/>
              <a:pathLst>
                <a:path w="21945600" h="1756200">
                  <a:moveTo>
                    <a:pt x="0" y="0"/>
                  </a:moveTo>
                  <a:lnTo>
                    <a:pt x="21945600" y="0"/>
                  </a:lnTo>
                  <a:lnTo>
                    <a:pt x="21945600" y="1756200"/>
                  </a:lnTo>
                  <a:lnTo>
                    <a:pt x="0" y="1756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3486" b="-193486"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0" y="-152400"/>
              <a:ext cx="21945600" cy="190859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8100"/>
                </a:lnSpc>
              </a:pPr>
              <a:r>
                <a:rPr lang="en-US" sz="675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А если это — за минуты?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01703" y="2584199"/>
            <a:ext cx="6974738" cy="1451439"/>
            <a:chOff x="0" y="0"/>
            <a:chExt cx="9299651" cy="1935251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9299702" cy="1935226"/>
            </a:xfrm>
            <a:custGeom>
              <a:avLst/>
              <a:gdLst/>
              <a:ahLst/>
              <a:cxnLst/>
              <a:rect l="l" t="t" r="r" b="b"/>
              <a:pathLst>
                <a:path w="9299702" h="1935226">
                  <a:moveTo>
                    <a:pt x="0" y="198501"/>
                  </a:moveTo>
                  <a:cubicBezTo>
                    <a:pt x="0" y="88900"/>
                    <a:pt x="88900" y="0"/>
                    <a:pt x="198501" y="0"/>
                  </a:cubicBezTo>
                  <a:lnTo>
                    <a:pt x="9101201" y="0"/>
                  </a:lnTo>
                  <a:cubicBezTo>
                    <a:pt x="9210802" y="0"/>
                    <a:pt x="9299702" y="88900"/>
                    <a:pt x="9299702" y="198501"/>
                  </a:cubicBezTo>
                  <a:lnTo>
                    <a:pt x="9299702" y="1736725"/>
                  </a:lnTo>
                  <a:cubicBezTo>
                    <a:pt x="9299702" y="1846326"/>
                    <a:pt x="9210802" y="1935226"/>
                    <a:pt x="9101201" y="1935226"/>
                  </a:cubicBezTo>
                  <a:lnTo>
                    <a:pt x="198501" y="1935226"/>
                  </a:lnTo>
                  <a:cubicBezTo>
                    <a:pt x="88900" y="1935226"/>
                    <a:pt x="0" y="1846326"/>
                    <a:pt x="0" y="1736725"/>
                  </a:cubicBezTo>
                  <a:close/>
                </a:path>
              </a:pathLst>
            </a:custGeom>
            <a:solidFill>
              <a:srgbClr val="1E0D3A"/>
            </a:solidFill>
            <a:ln w="25388" cap="sq">
              <a:solidFill>
                <a:srgbClr val="3D2065"/>
              </a:solidFill>
              <a:prstDash val="solid"/>
              <a:miter/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1280160" y="2596896"/>
            <a:ext cx="6492154" cy="1426054"/>
            <a:chOff x="0" y="0"/>
            <a:chExt cx="8656206" cy="1901406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656200" cy="1901400"/>
            </a:xfrm>
            <a:custGeom>
              <a:avLst/>
              <a:gdLst/>
              <a:ahLst/>
              <a:cxnLst/>
              <a:rect l="l" t="t" r="r" b="b"/>
              <a:pathLst>
                <a:path w="8656200" h="1901400">
                  <a:moveTo>
                    <a:pt x="0" y="0"/>
                  </a:moveTo>
                  <a:lnTo>
                    <a:pt x="8656200" y="0"/>
                  </a:lnTo>
                  <a:lnTo>
                    <a:pt x="8656200" y="1901400"/>
                  </a:lnTo>
                  <a:lnTo>
                    <a:pt x="0" y="1901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8706" b="-38706"/>
              </a:stretch>
            </a:blipFill>
          </p:spPr>
        </p:sp>
        <p:sp>
          <p:nvSpPr>
            <p:cNvPr id="16" name="TextBox 16"/>
            <p:cNvSpPr txBox="1"/>
            <p:nvPr/>
          </p:nvSpPr>
          <p:spPr>
            <a:xfrm>
              <a:off x="0" y="-47625"/>
              <a:ext cx="8656206" cy="194903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60"/>
                </a:lnSpc>
              </a:pPr>
              <a:r>
                <a:rPr lang="en-US" sz="2550">
                  <a:solidFill>
                    <a:srgbClr val="A78BC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200 страниц отчета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8010144" y="2852928"/>
            <a:ext cx="914400" cy="914400"/>
            <a:chOff x="0" y="0"/>
            <a:chExt cx="1219200" cy="12192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0" y="-95250"/>
              <a:ext cx="1219200" cy="13144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220"/>
                </a:lnSpc>
              </a:pPr>
              <a:r>
                <a:rPr lang="en-US" sz="4350" b="1">
                  <a:solidFill>
                    <a:srgbClr val="A855F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→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088374" y="2577846"/>
            <a:ext cx="8304152" cy="1464154"/>
            <a:chOff x="0" y="0"/>
            <a:chExt cx="11072203" cy="1952206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1072368" cy="1952244"/>
            </a:xfrm>
            <a:custGeom>
              <a:avLst/>
              <a:gdLst/>
              <a:ahLst/>
              <a:cxnLst/>
              <a:rect l="l" t="t" r="r" b="b"/>
              <a:pathLst>
                <a:path w="11072368" h="1952244">
                  <a:moveTo>
                    <a:pt x="0" y="200279"/>
                  </a:moveTo>
                  <a:cubicBezTo>
                    <a:pt x="0" y="89662"/>
                    <a:pt x="89662" y="0"/>
                    <a:pt x="200279" y="0"/>
                  </a:cubicBezTo>
                  <a:lnTo>
                    <a:pt x="10872089" y="0"/>
                  </a:lnTo>
                  <a:cubicBezTo>
                    <a:pt x="10982706" y="0"/>
                    <a:pt x="11072368" y="89662"/>
                    <a:pt x="11072368" y="200279"/>
                  </a:cubicBezTo>
                  <a:lnTo>
                    <a:pt x="11072368" y="1751965"/>
                  </a:lnTo>
                  <a:cubicBezTo>
                    <a:pt x="11072368" y="1862582"/>
                    <a:pt x="10982706" y="1952244"/>
                    <a:pt x="10872089" y="1952244"/>
                  </a:cubicBezTo>
                  <a:lnTo>
                    <a:pt x="200279" y="1952244"/>
                  </a:lnTo>
                  <a:cubicBezTo>
                    <a:pt x="89662" y="1952244"/>
                    <a:pt x="0" y="1862582"/>
                    <a:pt x="0" y="1751965"/>
                  </a:cubicBezTo>
                  <a:close/>
                </a:path>
              </a:pathLst>
            </a:custGeom>
            <a:solidFill>
              <a:srgbClr val="2D1B4E"/>
            </a:solidFill>
            <a:ln w="38100" cap="sq">
              <a:solidFill>
                <a:srgbClr val="7C3AED"/>
              </a:solidFill>
              <a:prstDash val="solid"/>
              <a:miter/>
            </a:ln>
          </p:spPr>
        </p:sp>
      </p:grpSp>
      <p:grpSp>
        <p:nvGrpSpPr>
          <p:cNvPr id="22" name="Group 22"/>
          <p:cNvGrpSpPr/>
          <p:nvPr/>
        </p:nvGrpSpPr>
        <p:grpSpPr>
          <a:xfrm>
            <a:off x="9473184" y="2596896"/>
            <a:ext cx="7534799" cy="1426054"/>
            <a:chOff x="0" y="0"/>
            <a:chExt cx="10046398" cy="1901406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0046400" cy="1901400"/>
            </a:xfrm>
            <a:custGeom>
              <a:avLst/>
              <a:gdLst/>
              <a:ahLst/>
              <a:cxnLst/>
              <a:rect l="l" t="t" r="r" b="b"/>
              <a:pathLst>
                <a:path w="10046400" h="1901400">
                  <a:moveTo>
                    <a:pt x="0" y="0"/>
                  </a:moveTo>
                  <a:lnTo>
                    <a:pt x="10046400" y="0"/>
                  </a:lnTo>
                  <a:lnTo>
                    <a:pt x="10046400" y="1901400"/>
                  </a:lnTo>
                  <a:lnTo>
                    <a:pt x="0" y="1901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2952" b="-52952"/>
              </a:stretch>
            </a:blipFill>
          </p:spPr>
        </p:sp>
        <p:sp>
          <p:nvSpPr>
            <p:cNvPr id="24" name="TextBox 24"/>
            <p:cNvSpPr txBox="1"/>
            <p:nvPr/>
          </p:nvSpPr>
          <p:spPr>
            <a:xfrm>
              <a:off x="0" y="-66675"/>
              <a:ext cx="10046398" cy="196808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00"/>
                </a:lnSpc>
              </a:pPr>
              <a:r>
                <a:rPr lang="en-US" sz="30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Выводы за 5 минут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01703" y="4412999"/>
            <a:ext cx="6974738" cy="1451439"/>
            <a:chOff x="0" y="0"/>
            <a:chExt cx="9299651" cy="1935251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9299702" cy="1935226"/>
            </a:xfrm>
            <a:custGeom>
              <a:avLst/>
              <a:gdLst/>
              <a:ahLst/>
              <a:cxnLst/>
              <a:rect l="l" t="t" r="r" b="b"/>
              <a:pathLst>
                <a:path w="9299702" h="1935226">
                  <a:moveTo>
                    <a:pt x="0" y="198501"/>
                  </a:moveTo>
                  <a:cubicBezTo>
                    <a:pt x="0" y="88900"/>
                    <a:pt x="88900" y="0"/>
                    <a:pt x="198501" y="0"/>
                  </a:cubicBezTo>
                  <a:lnTo>
                    <a:pt x="9101201" y="0"/>
                  </a:lnTo>
                  <a:cubicBezTo>
                    <a:pt x="9210802" y="0"/>
                    <a:pt x="9299702" y="88900"/>
                    <a:pt x="9299702" y="198501"/>
                  </a:cubicBezTo>
                  <a:lnTo>
                    <a:pt x="9299702" y="1736725"/>
                  </a:lnTo>
                  <a:cubicBezTo>
                    <a:pt x="9299702" y="1846326"/>
                    <a:pt x="9210802" y="1935226"/>
                    <a:pt x="9101201" y="1935226"/>
                  </a:cubicBezTo>
                  <a:lnTo>
                    <a:pt x="198501" y="1935226"/>
                  </a:lnTo>
                  <a:cubicBezTo>
                    <a:pt x="88900" y="1935226"/>
                    <a:pt x="0" y="1846326"/>
                    <a:pt x="0" y="1736725"/>
                  </a:cubicBezTo>
                  <a:close/>
                </a:path>
              </a:pathLst>
            </a:custGeom>
            <a:solidFill>
              <a:srgbClr val="1E0D3A"/>
            </a:solidFill>
            <a:ln w="25388" cap="sq">
              <a:solidFill>
                <a:srgbClr val="3D2065"/>
              </a:solidFill>
              <a:prstDash val="solid"/>
              <a:miter/>
            </a:ln>
          </p:spPr>
        </p:sp>
      </p:grpSp>
      <p:grpSp>
        <p:nvGrpSpPr>
          <p:cNvPr id="27" name="Group 27"/>
          <p:cNvGrpSpPr/>
          <p:nvPr/>
        </p:nvGrpSpPr>
        <p:grpSpPr>
          <a:xfrm>
            <a:off x="1280160" y="4425696"/>
            <a:ext cx="6492154" cy="1426054"/>
            <a:chOff x="0" y="0"/>
            <a:chExt cx="8656206" cy="1901406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656200" cy="1901400"/>
            </a:xfrm>
            <a:custGeom>
              <a:avLst/>
              <a:gdLst/>
              <a:ahLst/>
              <a:cxnLst/>
              <a:rect l="l" t="t" r="r" b="b"/>
              <a:pathLst>
                <a:path w="8656200" h="1901400">
                  <a:moveTo>
                    <a:pt x="0" y="0"/>
                  </a:moveTo>
                  <a:lnTo>
                    <a:pt x="8656200" y="0"/>
                  </a:lnTo>
                  <a:lnTo>
                    <a:pt x="8656200" y="1901400"/>
                  </a:lnTo>
                  <a:lnTo>
                    <a:pt x="0" y="1901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8706" b="-38706"/>
              </a:stretch>
            </a:blipFill>
          </p:spPr>
        </p:sp>
        <p:sp>
          <p:nvSpPr>
            <p:cNvPr id="29" name="TextBox 29"/>
            <p:cNvSpPr txBox="1"/>
            <p:nvPr/>
          </p:nvSpPr>
          <p:spPr>
            <a:xfrm>
              <a:off x="0" y="-47625"/>
              <a:ext cx="8656206" cy="194903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60"/>
                </a:lnSpc>
              </a:pPr>
              <a:r>
                <a:rPr lang="en-US" sz="2550">
                  <a:solidFill>
                    <a:srgbClr val="A78BC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Поиск в десяти документах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8010144" y="4681728"/>
            <a:ext cx="914400" cy="914400"/>
            <a:chOff x="0" y="0"/>
            <a:chExt cx="1219200" cy="12192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32" name="TextBox 32"/>
            <p:cNvSpPr txBox="1"/>
            <p:nvPr/>
          </p:nvSpPr>
          <p:spPr>
            <a:xfrm>
              <a:off x="0" y="-95250"/>
              <a:ext cx="1219200" cy="13144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220"/>
                </a:lnSpc>
              </a:pPr>
              <a:r>
                <a:rPr lang="en-US" sz="4350" b="1">
                  <a:solidFill>
                    <a:srgbClr val="A855F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→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9088374" y="4406646"/>
            <a:ext cx="8304152" cy="1464154"/>
            <a:chOff x="0" y="0"/>
            <a:chExt cx="11072203" cy="1952206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1072368" cy="1952244"/>
            </a:xfrm>
            <a:custGeom>
              <a:avLst/>
              <a:gdLst/>
              <a:ahLst/>
              <a:cxnLst/>
              <a:rect l="l" t="t" r="r" b="b"/>
              <a:pathLst>
                <a:path w="11072368" h="1952244">
                  <a:moveTo>
                    <a:pt x="0" y="200279"/>
                  </a:moveTo>
                  <a:cubicBezTo>
                    <a:pt x="0" y="89662"/>
                    <a:pt x="89662" y="0"/>
                    <a:pt x="200279" y="0"/>
                  </a:cubicBezTo>
                  <a:lnTo>
                    <a:pt x="10872089" y="0"/>
                  </a:lnTo>
                  <a:cubicBezTo>
                    <a:pt x="10982706" y="0"/>
                    <a:pt x="11072368" y="89662"/>
                    <a:pt x="11072368" y="200279"/>
                  </a:cubicBezTo>
                  <a:lnTo>
                    <a:pt x="11072368" y="1751965"/>
                  </a:lnTo>
                  <a:cubicBezTo>
                    <a:pt x="11072368" y="1862582"/>
                    <a:pt x="10982706" y="1952244"/>
                    <a:pt x="10872089" y="1952244"/>
                  </a:cubicBezTo>
                  <a:lnTo>
                    <a:pt x="200279" y="1952244"/>
                  </a:lnTo>
                  <a:cubicBezTo>
                    <a:pt x="89662" y="1952244"/>
                    <a:pt x="0" y="1862582"/>
                    <a:pt x="0" y="1751965"/>
                  </a:cubicBezTo>
                  <a:close/>
                </a:path>
              </a:pathLst>
            </a:custGeom>
            <a:solidFill>
              <a:srgbClr val="2D1B4E"/>
            </a:solidFill>
            <a:ln w="38100" cap="sq">
              <a:solidFill>
                <a:srgbClr val="7C3AED"/>
              </a:solidFill>
              <a:prstDash val="solid"/>
              <a:miter/>
            </a:ln>
          </p:spPr>
        </p:sp>
      </p:grpSp>
      <p:grpSp>
        <p:nvGrpSpPr>
          <p:cNvPr id="35" name="Group 35"/>
          <p:cNvGrpSpPr/>
          <p:nvPr/>
        </p:nvGrpSpPr>
        <p:grpSpPr>
          <a:xfrm>
            <a:off x="9473184" y="4425696"/>
            <a:ext cx="7534799" cy="1426054"/>
            <a:chOff x="0" y="0"/>
            <a:chExt cx="10046398" cy="1901406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0046400" cy="1901400"/>
            </a:xfrm>
            <a:custGeom>
              <a:avLst/>
              <a:gdLst/>
              <a:ahLst/>
              <a:cxnLst/>
              <a:rect l="l" t="t" r="r" b="b"/>
              <a:pathLst>
                <a:path w="10046400" h="1901400">
                  <a:moveTo>
                    <a:pt x="0" y="0"/>
                  </a:moveTo>
                  <a:lnTo>
                    <a:pt x="10046400" y="0"/>
                  </a:lnTo>
                  <a:lnTo>
                    <a:pt x="10046400" y="1901400"/>
                  </a:lnTo>
                  <a:lnTo>
                    <a:pt x="0" y="1901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2952" b="-52952"/>
              </a:stretch>
            </a:blipFill>
          </p:spPr>
        </p:sp>
        <p:sp>
          <p:nvSpPr>
            <p:cNvPr id="37" name="TextBox 37"/>
            <p:cNvSpPr txBox="1"/>
            <p:nvPr/>
          </p:nvSpPr>
          <p:spPr>
            <a:xfrm>
              <a:off x="0" y="-66675"/>
              <a:ext cx="10046398" cy="196808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00"/>
                </a:lnSpc>
              </a:pPr>
              <a:r>
                <a:rPr lang="en-US" sz="30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Ответ сразу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901703" y="6241799"/>
            <a:ext cx="6974738" cy="1451439"/>
            <a:chOff x="0" y="0"/>
            <a:chExt cx="9299651" cy="1935251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9299702" cy="1935226"/>
            </a:xfrm>
            <a:custGeom>
              <a:avLst/>
              <a:gdLst/>
              <a:ahLst/>
              <a:cxnLst/>
              <a:rect l="l" t="t" r="r" b="b"/>
              <a:pathLst>
                <a:path w="9299702" h="1935226">
                  <a:moveTo>
                    <a:pt x="0" y="198501"/>
                  </a:moveTo>
                  <a:cubicBezTo>
                    <a:pt x="0" y="88900"/>
                    <a:pt x="88900" y="0"/>
                    <a:pt x="198501" y="0"/>
                  </a:cubicBezTo>
                  <a:lnTo>
                    <a:pt x="9101201" y="0"/>
                  </a:lnTo>
                  <a:cubicBezTo>
                    <a:pt x="9210802" y="0"/>
                    <a:pt x="9299702" y="88900"/>
                    <a:pt x="9299702" y="198501"/>
                  </a:cubicBezTo>
                  <a:lnTo>
                    <a:pt x="9299702" y="1736725"/>
                  </a:lnTo>
                  <a:cubicBezTo>
                    <a:pt x="9299702" y="1846326"/>
                    <a:pt x="9210802" y="1935226"/>
                    <a:pt x="9101201" y="1935226"/>
                  </a:cubicBezTo>
                  <a:lnTo>
                    <a:pt x="198501" y="1935226"/>
                  </a:lnTo>
                  <a:cubicBezTo>
                    <a:pt x="88900" y="1935226"/>
                    <a:pt x="0" y="1846326"/>
                    <a:pt x="0" y="1736725"/>
                  </a:cubicBezTo>
                  <a:close/>
                </a:path>
              </a:pathLst>
            </a:custGeom>
            <a:solidFill>
              <a:srgbClr val="1E0D3A"/>
            </a:solidFill>
            <a:ln w="25388" cap="sq">
              <a:solidFill>
                <a:srgbClr val="3D2065"/>
              </a:solidFill>
              <a:prstDash val="solid"/>
              <a:miter/>
            </a:ln>
          </p:spPr>
        </p:sp>
      </p:grpSp>
      <p:grpSp>
        <p:nvGrpSpPr>
          <p:cNvPr id="40" name="Group 40"/>
          <p:cNvGrpSpPr/>
          <p:nvPr/>
        </p:nvGrpSpPr>
        <p:grpSpPr>
          <a:xfrm>
            <a:off x="1280160" y="6254496"/>
            <a:ext cx="6492154" cy="1426054"/>
            <a:chOff x="0" y="0"/>
            <a:chExt cx="8656206" cy="1901406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656200" cy="1901400"/>
            </a:xfrm>
            <a:custGeom>
              <a:avLst/>
              <a:gdLst/>
              <a:ahLst/>
              <a:cxnLst/>
              <a:rect l="l" t="t" r="r" b="b"/>
              <a:pathLst>
                <a:path w="8656200" h="1901400">
                  <a:moveTo>
                    <a:pt x="0" y="0"/>
                  </a:moveTo>
                  <a:lnTo>
                    <a:pt x="8656200" y="0"/>
                  </a:lnTo>
                  <a:lnTo>
                    <a:pt x="8656200" y="1901400"/>
                  </a:lnTo>
                  <a:lnTo>
                    <a:pt x="0" y="1901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8706" b="-38706"/>
              </a:stretch>
            </a:blipFill>
          </p:spPr>
        </p:sp>
        <p:sp>
          <p:nvSpPr>
            <p:cNvPr id="42" name="TextBox 42"/>
            <p:cNvSpPr txBox="1"/>
            <p:nvPr/>
          </p:nvSpPr>
          <p:spPr>
            <a:xfrm>
              <a:off x="0" y="-47625"/>
              <a:ext cx="8656206" cy="194903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60"/>
                </a:lnSpc>
              </a:pPr>
              <a:r>
                <a:rPr lang="en-US" sz="2550">
                  <a:solidFill>
                    <a:srgbClr val="A78BC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Данные собирались вручную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8010144" y="6510528"/>
            <a:ext cx="914400" cy="914400"/>
            <a:chOff x="0" y="0"/>
            <a:chExt cx="1219200" cy="1219200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45" name="TextBox 45"/>
            <p:cNvSpPr txBox="1"/>
            <p:nvPr/>
          </p:nvSpPr>
          <p:spPr>
            <a:xfrm>
              <a:off x="0" y="-95250"/>
              <a:ext cx="1219200" cy="13144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220"/>
                </a:lnSpc>
              </a:pPr>
              <a:r>
                <a:rPr lang="en-US" sz="4350" b="1">
                  <a:solidFill>
                    <a:srgbClr val="A855F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→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9088374" y="6235446"/>
            <a:ext cx="8304152" cy="1464154"/>
            <a:chOff x="0" y="0"/>
            <a:chExt cx="11072203" cy="1952206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11072368" cy="1952244"/>
            </a:xfrm>
            <a:custGeom>
              <a:avLst/>
              <a:gdLst/>
              <a:ahLst/>
              <a:cxnLst/>
              <a:rect l="l" t="t" r="r" b="b"/>
              <a:pathLst>
                <a:path w="11072368" h="1952244">
                  <a:moveTo>
                    <a:pt x="0" y="200279"/>
                  </a:moveTo>
                  <a:cubicBezTo>
                    <a:pt x="0" y="89662"/>
                    <a:pt x="89662" y="0"/>
                    <a:pt x="200279" y="0"/>
                  </a:cubicBezTo>
                  <a:lnTo>
                    <a:pt x="10872089" y="0"/>
                  </a:lnTo>
                  <a:cubicBezTo>
                    <a:pt x="10982706" y="0"/>
                    <a:pt x="11072368" y="89662"/>
                    <a:pt x="11072368" y="200279"/>
                  </a:cubicBezTo>
                  <a:lnTo>
                    <a:pt x="11072368" y="1751965"/>
                  </a:lnTo>
                  <a:cubicBezTo>
                    <a:pt x="11072368" y="1862582"/>
                    <a:pt x="10982706" y="1952244"/>
                    <a:pt x="10872089" y="1952244"/>
                  </a:cubicBezTo>
                  <a:lnTo>
                    <a:pt x="200279" y="1952244"/>
                  </a:lnTo>
                  <a:cubicBezTo>
                    <a:pt x="89662" y="1952244"/>
                    <a:pt x="0" y="1862582"/>
                    <a:pt x="0" y="1751965"/>
                  </a:cubicBezTo>
                  <a:close/>
                </a:path>
              </a:pathLst>
            </a:custGeom>
            <a:solidFill>
              <a:srgbClr val="2D1B4E"/>
            </a:solidFill>
            <a:ln w="38100" cap="sq">
              <a:solidFill>
                <a:srgbClr val="7C3AED"/>
              </a:solidFill>
              <a:prstDash val="solid"/>
              <a:miter/>
            </a:ln>
          </p:spPr>
        </p:sp>
      </p:grpSp>
      <p:grpSp>
        <p:nvGrpSpPr>
          <p:cNvPr id="48" name="Group 48"/>
          <p:cNvGrpSpPr/>
          <p:nvPr/>
        </p:nvGrpSpPr>
        <p:grpSpPr>
          <a:xfrm>
            <a:off x="9473184" y="6254496"/>
            <a:ext cx="7534799" cy="1426054"/>
            <a:chOff x="0" y="0"/>
            <a:chExt cx="10046398" cy="1901406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10046400" cy="1901400"/>
            </a:xfrm>
            <a:custGeom>
              <a:avLst/>
              <a:gdLst/>
              <a:ahLst/>
              <a:cxnLst/>
              <a:rect l="l" t="t" r="r" b="b"/>
              <a:pathLst>
                <a:path w="10046400" h="1901400">
                  <a:moveTo>
                    <a:pt x="0" y="0"/>
                  </a:moveTo>
                  <a:lnTo>
                    <a:pt x="10046400" y="0"/>
                  </a:lnTo>
                  <a:lnTo>
                    <a:pt x="10046400" y="1901400"/>
                  </a:lnTo>
                  <a:lnTo>
                    <a:pt x="0" y="1901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2952" b="-52952"/>
              </a:stretch>
            </a:blipFill>
          </p:spPr>
        </p:sp>
        <p:sp>
          <p:nvSpPr>
            <p:cNvPr id="50" name="TextBox 50"/>
            <p:cNvSpPr txBox="1"/>
            <p:nvPr/>
          </p:nvSpPr>
          <p:spPr>
            <a:xfrm>
              <a:off x="0" y="-66675"/>
              <a:ext cx="10046398" cy="196808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00"/>
                </a:lnSpc>
              </a:pPr>
              <a:r>
                <a:rPr lang="en-US" sz="30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Готовая картина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914400" y="8341223"/>
            <a:ext cx="16459200" cy="1317146"/>
            <a:chOff x="0" y="0"/>
            <a:chExt cx="21945600" cy="1756194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21945600" cy="1756156"/>
            </a:xfrm>
            <a:custGeom>
              <a:avLst/>
              <a:gdLst/>
              <a:ahLst/>
              <a:cxnLst/>
              <a:rect l="l" t="t" r="r" b="b"/>
              <a:pathLst>
                <a:path w="21945600" h="1756156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21750528" y="0"/>
                  </a:lnTo>
                  <a:cubicBezTo>
                    <a:pt x="21858351" y="0"/>
                    <a:pt x="21945600" y="87376"/>
                    <a:pt x="21945600" y="195072"/>
                  </a:cubicBezTo>
                  <a:lnTo>
                    <a:pt x="21945600" y="1561084"/>
                  </a:lnTo>
                  <a:cubicBezTo>
                    <a:pt x="21945600" y="1668907"/>
                    <a:pt x="21858224" y="1756156"/>
                    <a:pt x="21750528" y="1756156"/>
                  </a:cubicBezTo>
                  <a:lnTo>
                    <a:pt x="195072" y="1756156"/>
                  </a:lnTo>
                  <a:cubicBezTo>
                    <a:pt x="87376" y="1756156"/>
                    <a:pt x="0" y="1668780"/>
                    <a:pt x="0" y="1561084"/>
                  </a:cubicBezTo>
                  <a:close/>
                </a:path>
              </a:pathLst>
            </a:custGeom>
            <a:solidFill>
              <a:srgbClr val="7C3AED"/>
            </a:solidFill>
          </p:spPr>
        </p:sp>
      </p:grpSp>
      <p:grpSp>
        <p:nvGrpSpPr>
          <p:cNvPr id="53" name="Group 53"/>
          <p:cNvGrpSpPr/>
          <p:nvPr/>
        </p:nvGrpSpPr>
        <p:grpSpPr>
          <a:xfrm>
            <a:off x="1280160" y="8341223"/>
            <a:ext cx="15727947" cy="1317146"/>
            <a:chOff x="0" y="0"/>
            <a:chExt cx="20970596" cy="1756194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20970601" cy="1756200"/>
            </a:xfrm>
            <a:custGeom>
              <a:avLst/>
              <a:gdLst/>
              <a:ahLst/>
              <a:cxnLst/>
              <a:rect l="l" t="t" r="r" b="b"/>
              <a:pathLst>
                <a:path w="20970601" h="1756200">
                  <a:moveTo>
                    <a:pt x="0" y="0"/>
                  </a:moveTo>
                  <a:lnTo>
                    <a:pt x="20970601" y="0"/>
                  </a:lnTo>
                  <a:lnTo>
                    <a:pt x="20970601" y="1756200"/>
                  </a:lnTo>
                  <a:lnTo>
                    <a:pt x="0" y="1756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82668" b="-182668"/>
              </a:stretch>
            </a:blipFill>
          </p:spPr>
        </p:sp>
        <p:sp>
          <p:nvSpPr>
            <p:cNvPr id="55" name="TextBox 55"/>
            <p:cNvSpPr txBox="1"/>
            <p:nvPr/>
          </p:nvSpPr>
          <p:spPr>
            <a:xfrm>
              <a:off x="0" y="-66675"/>
              <a:ext cx="20970596" cy="182286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320"/>
                </a:lnSpc>
              </a:pPr>
              <a:r>
                <a:rPr lang="en-US" sz="36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Обучение есть бесплатное, почему не обучались?</a:t>
              </a:r>
            </a:p>
            <a:p>
              <a:pPr algn="l">
                <a:lnSpc>
                  <a:spcPts val="4320"/>
                </a:lnSpc>
              </a:pPr>
              <a:r>
                <a:rPr lang="en-US" sz="36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Вернем деньги, если решитесь обучаться самостоятельно!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7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630400" y="6583680"/>
            <a:ext cx="4023446" cy="4023446"/>
            <a:chOff x="0" y="0"/>
            <a:chExt cx="5364594" cy="536459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364480" cy="5364480"/>
            </a:xfrm>
            <a:custGeom>
              <a:avLst/>
              <a:gdLst/>
              <a:ahLst/>
              <a:cxnLst/>
              <a:rect l="l" t="t" r="r" b="b"/>
              <a:pathLst>
                <a:path w="5364480" h="5364480">
                  <a:moveTo>
                    <a:pt x="0" y="2682240"/>
                  </a:moveTo>
                  <a:cubicBezTo>
                    <a:pt x="0" y="1200912"/>
                    <a:pt x="1200912" y="0"/>
                    <a:pt x="2682240" y="0"/>
                  </a:cubicBezTo>
                  <a:cubicBezTo>
                    <a:pt x="4163568" y="0"/>
                    <a:pt x="5364480" y="1200912"/>
                    <a:pt x="5364480" y="2682240"/>
                  </a:cubicBezTo>
                  <a:cubicBezTo>
                    <a:pt x="5364480" y="4163568"/>
                    <a:pt x="4163568" y="5364480"/>
                    <a:pt x="2682240" y="5364480"/>
                  </a:cubicBezTo>
                  <a:cubicBezTo>
                    <a:pt x="1200912" y="5364480"/>
                    <a:pt x="0" y="4163695"/>
                    <a:pt x="0" y="2682240"/>
                  </a:cubicBezTo>
                  <a:close/>
                </a:path>
              </a:pathLst>
            </a:custGeom>
            <a:solidFill>
              <a:srgbClr val="A855F7">
                <a:alpha val="2353"/>
              </a:srgbClr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005840" y="512064"/>
            <a:ext cx="16459200" cy="511654"/>
            <a:chOff x="0" y="0"/>
            <a:chExt cx="21945600" cy="68220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682200"/>
            </a:xfrm>
            <a:custGeom>
              <a:avLst/>
              <a:gdLst/>
              <a:ahLst/>
              <a:cxnLst/>
              <a:rect l="l" t="t" r="r" b="b"/>
              <a:pathLst>
                <a:path w="21945600" h="682200">
                  <a:moveTo>
                    <a:pt x="0" y="0"/>
                  </a:moveTo>
                  <a:lnTo>
                    <a:pt x="21945600" y="0"/>
                  </a:lnTo>
                  <a:lnTo>
                    <a:pt x="21945600" y="682200"/>
                  </a:lnTo>
                  <a:lnTo>
                    <a:pt x="0" y="682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76811" b="-576812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1945600" cy="72030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>
                  <a:solidFill>
                    <a:srgbClr val="A855F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ПРОСТЫМИ СЛОВАМИ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005840" y="1060704"/>
            <a:ext cx="16459200" cy="1317146"/>
            <a:chOff x="0" y="0"/>
            <a:chExt cx="21945600" cy="175619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1945600" cy="1756200"/>
            </a:xfrm>
            <a:custGeom>
              <a:avLst/>
              <a:gdLst/>
              <a:ahLst/>
              <a:cxnLst/>
              <a:rect l="l" t="t" r="r" b="b"/>
              <a:pathLst>
                <a:path w="21945600" h="1756200">
                  <a:moveTo>
                    <a:pt x="0" y="0"/>
                  </a:moveTo>
                  <a:lnTo>
                    <a:pt x="21945600" y="0"/>
                  </a:lnTo>
                  <a:lnTo>
                    <a:pt x="21945600" y="1756200"/>
                  </a:lnTo>
                  <a:lnTo>
                    <a:pt x="0" y="1756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3486" b="-193486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152400"/>
              <a:ext cx="21945600" cy="190859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8100"/>
                </a:lnSpc>
              </a:pPr>
              <a:r>
                <a:rPr lang="en-US" sz="675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Что такое вайбкодинг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005840" y="2414016"/>
            <a:ext cx="16459200" cy="694801"/>
            <a:chOff x="0" y="0"/>
            <a:chExt cx="21945600" cy="92640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1945600" cy="926400"/>
            </a:xfrm>
            <a:custGeom>
              <a:avLst/>
              <a:gdLst/>
              <a:ahLst/>
              <a:cxnLst/>
              <a:rect l="l" t="t" r="r" b="b"/>
              <a:pathLst>
                <a:path w="21945600" h="926400">
                  <a:moveTo>
                    <a:pt x="0" y="0"/>
                  </a:moveTo>
                  <a:lnTo>
                    <a:pt x="21945600" y="0"/>
                  </a:lnTo>
                  <a:lnTo>
                    <a:pt x="21945600" y="926400"/>
                  </a:lnTo>
                  <a:lnTo>
                    <a:pt x="0" y="926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11583" b="-411583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21945600" cy="97402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60"/>
                </a:lnSpc>
              </a:pPr>
              <a:r>
                <a:rPr lang="en-US" sz="2550">
                  <a:solidFill>
                    <a:srgbClr val="E9D5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Объясняете задачу ИИ — как сотруднику. Без программирования.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01703" y="3370583"/>
            <a:ext cx="5511784" cy="4414237"/>
            <a:chOff x="0" y="0"/>
            <a:chExt cx="7349046" cy="588565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7349109" cy="5885688"/>
            </a:xfrm>
            <a:custGeom>
              <a:avLst/>
              <a:gdLst/>
              <a:ahLst/>
              <a:cxnLst/>
              <a:rect l="l" t="t" r="r" b="b"/>
              <a:pathLst>
                <a:path w="7349109" h="5885688">
                  <a:moveTo>
                    <a:pt x="0" y="235458"/>
                  </a:moveTo>
                  <a:cubicBezTo>
                    <a:pt x="0" y="105410"/>
                    <a:pt x="105410" y="0"/>
                    <a:pt x="235458" y="0"/>
                  </a:cubicBezTo>
                  <a:lnTo>
                    <a:pt x="7113651" y="0"/>
                  </a:lnTo>
                  <a:cubicBezTo>
                    <a:pt x="7243699" y="0"/>
                    <a:pt x="7349109" y="105410"/>
                    <a:pt x="7349109" y="235458"/>
                  </a:cubicBezTo>
                  <a:lnTo>
                    <a:pt x="7349109" y="5650230"/>
                  </a:lnTo>
                  <a:cubicBezTo>
                    <a:pt x="7349109" y="5780278"/>
                    <a:pt x="7243699" y="5885688"/>
                    <a:pt x="7113651" y="5885688"/>
                  </a:cubicBezTo>
                  <a:lnTo>
                    <a:pt x="235458" y="5885688"/>
                  </a:lnTo>
                  <a:cubicBezTo>
                    <a:pt x="105410" y="5885688"/>
                    <a:pt x="0" y="5780278"/>
                    <a:pt x="0" y="5650230"/>
                  </a:cubicBezTo>
                  <a:close/>
                </a:path>
              </a:pathLst>
            </a:custGeom>
            <a:solidFill>
              <a:srgbClr val="1E0D3A"/>
            </a:solidFill>
            <a:ln w="25388" cap="sq">
              <a:solidFill>
                <a:srgbClr val="7C3AED"/>
              </a:solidFill>
              <a:prstDash val="solid"/>
              <a:miter/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2834640" y="3803904"/>
            <a:ext cx="1645653" cy="1645653"/>
            <a:chOff x="0" y="0"/>
            <a:chExt cx="2194204" cy="2194204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194306" cy="2194306"/>
            </a:xfrm>
            <a:custGeom>
              <a:avLst/>
              <a:gdLst/>
              <a:ahLst/>
              <a:cxnLst/>
              <a:rect l="l" t="t" r="r" b="b"/>
              <a:pathLst>
                <a:path w="2194306" h="2194306">
                  <a:moveTo>
                    <a:pt x="0" y="1097153"/>
                  </a:moveTo>
                  <a:cubicBezTo>
                    <a:pt x="0" y="491236"/>
                    <a:pt x="491236" y="0"/>
                    <a:pt x="1097153" y="0"/>
                  </a:cubicBezTo>
                  <a:cubicBezTo>
                    <a:pt x="1703070" y="0"/>
                    <a:pt x="2194306" y="491236"/>
                    <a:pt x="2194306" y="1097153"/>
                  </a:cubicBezTo>
                  <a:cubicBezTo>
                    <a:pt x="2194306" y="1703070"/>
                    <a:pt x="1703070" y="2194306"/>
                    <a:pt x="1097153" y="2194306"/>
                  </a:cubicBezTo>
                  <a:cubicBezTo>
                    <a:pt x="491236" y="2194306"/>
                    <a:pt x="0" y="1703070"/>
                    <a:pt x="0" y="1097153"/>
                  </a:cubicBezTo>
                  <a:close/>
                </a:path>
              </a:pathLst>
            </a:custGeom>
            <a:solidFill>
              <a:srgbClr val="7C3AED"/>
            </a:solidFill>
          </p:spPr>
        </p:sp>
      </p:grpSp>
      <p:grpSp>
        <p:nvGrpSpPr>
          <p:cNvPr id="17" name="Group 17"/>
          <p:cNvGrpSpPr/>
          <p:nvPr/>
        </p:nvGrpSpPr>
        <p:grpSpPr>
          <a:xfrm>
            <a:off x="3127248" y="4096512"/>
            <a:ext cx="1060704" cy="1060704"/>
            <a:chOff x="0" y="0"/>
            <a:chExt cx="1414272" cy="1414272"/>
          </a:xfrm>
        </p:grpSpPr>
        <p:sp>
          <p:nvSpPr>
            <p:cNvPr id="18" name="Freeform 18" descr="preencoded.png"/>
            <p:cNvSpPr/>
            <p:nvPr/>
          </p:nvSpPr>
          <p:spPr>
            <a:xfrm>
              <a:off x="0" y="0"/>
              <a:ext cx="1414272" cy="1414272"/>
            </a:xfrm>
            <a:custGeom>
              <a:avLst/>
              <a:gdLst/>
              <a:ahLst/>
              <a:cxnLst/>
              <a:rect l="l" t="t" r="r" b="b"/>
              <a:pathLst>
                <a:path w="1414272" h="1414272">
                  <a:moveTo>
                    <a:pt x="0" y="0"/>
                  </a:moveTo>
                  <a:lnTo>
                    <a:pt x="1414272" y="0"/>
                  </a:lnTo>
                  <a:lnTo>
                    <a:pt x="1414272" y="1414272"/>
                  </a:lnTo>
                  <a:lnTo>
                    <a:pt x="0" y="14142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19" name="Group 19"/>
          <p:cNvGrpSpPr/>
          <p:nvPr/>
        </p:nvGrpSpPr>
        <p:grpSpPr>
          <a:xfrm>
            <a:off x="1188720" y="5705856"/>
            <a:ext cx="4937846" cy="950852"/>
            <a:chOff x="0" y="0"/>
            <a:chExt cx="6583794" cy="1267803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6583800" cy="1267800"/>
            </a:xfrm>
            <a:custGeom>
              <a:avLst/>
              <a:gdLst/>
              <a:ahLst/>
              <a:cxnLst/>
              <a:rect l="l" t="t" r="r" b="b"/>
              <a:pathLst>
                <a:path w="6583800" h="1267800">
                  <a:moveTo>
                    <a:pt x="0" y="0"/>
                  </a:moveTo>
                  <a:lnTo>
                    <a:pt x="6583800" y="0"/>
                  </a:lnTo>
                  <a:lnTo>
                    <a:pt x="6583800" y="1267800"/>
                  </a:lnTo>
                  <a:lnTo>
                    <a:pt x="0" y="1267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1187" b="-51187"/>
              </a:stretch>
            </a:blipFill>
          </p:spPr>
        </p:sp>
        <p:sp>
          <p:nvSpPr>
            <p:cNvPr id="21" name="TextBox 21"/>
            <p:cNvSpPr txBox="1"/>
            <p:nvPr/>
          </p:nvSpPr>
          <p:spPr>
            <a:xfrm>
              <a:off x="0" y="-66675"/>
              <a:ext cx="6583794" cy="133447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779"/>
                </a:lnSpc>
              </a:pPr>
              <a:r>
                <a:rPr lang="en-US" sz="315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Вы говорите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188720" y="6675120"/>
            <a:ext cx="4937846" cy="1097547"/>
            <a:chOff x="0" y="0"/>
            <a:chExt cx="6583794" cy="1463396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6583800" cy="1463400"/>
            </a:xfrm>
            <a:custGeom>
              <a:avLst/>
              <a:gdLst/>
              <a:ahLst/>
              <a:cxnLst/>
              <a:rect l="l" t="t" r="r" b="b"/>
              <a:pathLst>
                <a:path w="6583800" h="1463400">
                  <a:moveTo>
                    <a:pt x="0" y="0"/>
                  </a:moveTo>
                  <a:lnTo>
                    <a:pt x="6583800" y="0"/>
                  </a:lnTo>
                  <a:lnTo>
                    <a:pt x="6583800" y="1463400"/>
                  </a:lnTo>
                  <a:lnTo>
                    <a:pt x="0" y="1463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7662" b="-37662"/>
              </a:stretch>
            </a:blipFill>
          </p:spPr>
        </p:sp>
        <p:sp>
          <p:nvSpPr>
            <p:cNvPr id="24" name="TextBox 24"/>
            <p:cNvSpPr txBox="1"/>
            <p:nvPr/>
          </p:nvSpPr>
          <p:spPr>
            <a:xfrm>
              <a:off x="0" y="-66675"/>
              <a:ext cx="6583794" cy="153007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A78BC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Вы архитектор. Ставите задачу на естественном языке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400800" y="5449824"/>
            <a:ext cx="310953" cy="950852"/>
            <a:chOff x="0" y="0"/>
            <a:chExt cx="414604" cy="1267803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414600" cy="1267800"/>
            </a:xfrm>
            <a:custGeom>
              <a:avLst/>
              <a:gdLst/>
              <a:ahLst/>
              <a:cxnLst/>
              <a:rect l="l" t="t" r="r" b="b"/>
              <a:pathLst>
                <a:path w="414600" h="1267800">
                  <a:moveTo>
                    <a:pt x="0" y="0"/>
                  </a:moveTo>
                  <a:lnTo>
                    <a:pt x="414600" y="0"/>
                  </a:lnTo>
                  <a:lnTo>
                    <a:pt x="414600" y="1267800"/>
                  </a:lnTo>
                  <a:lnTo>
                    <a:pt x="0" y="1267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42338" r="-342339"/>
              </a:stretch>
            </a:blipFill>
          </p:spPr>
        </p:sp>
        <p:sp>
          <p:nvSpPr>
            <p:cNvPr id="27" name="TextBox 27"/>
            <p:cNvSpPr txBox="1"/>
            <p:nvPr/>
          </p:nvSpPr>
          <p:spPr>
            <a:xfrm>
              <a:off x="0" y="-76200"/>
              <a:ext cx="414604" cy="134400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860"/>
                </a:lnSpc>
              </a:pPr>
              <a:r>
                <a:rPr lang="en-US" sz="4050" b="1">
                  <a:solidFill>
                    <a:srgbClr val="A855F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→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6686293" y="3357877"/>
            <a:ext cx="5537216" cy="4439660"/>
            <a:chOff x="0" y="0"/>
            <a:chExt cx="7382954" cy="5919546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7382891" cy="5919470"/>
            </a:xfrm>
            <a:custGeom>
              <a:avLst/>
              <a:gdLst/>
              <a:ahLst/>
              <a:cxnLst/>
              <a:rect l="l" t="t" r="r" b="b"/>
              <a:pathLst>
                <a:path w="7382891" h="5919470">
                  <a:moveTo>
                    <a:pt x="0" y="236728"/>
                  </a:moveTo>
                  <a:cubicBezTo>
                    <a:pt x="0" y="106045"/>
                    <a:pt x="106045" y="0"/>
                    <a:pt x="236728" y="0"/>
                  </a:cubicBezTo>
                  <a:lnTo>
                    <a:pt x="7146163" y="0"/>
                  </a:lnTo>
                  <a:cubicBezTo>
                    <a:pt x="7276973" y="0"/>
                    <a:pt x="7382891" y="106045"/>
                    <a:pt x="7382891" y="236728"/>
                  </a:cubicBezTo>
                  <a:lnTo>
                    <a:pt x="7382891" y="5682742"/>
                  </a:lnTo>
                  <a:cubicBezTo>
                    <a:pt x="7382891" y="5813552"/>
                    <a:pt x="7276846" y="5919470"/>
                    <a:pt x="7146163" y="5919470"/>
                  </a:cubicBezTo>
                  <a:lnTo>
                    <a:pt x="236728" y="5919470"/>
                  </a:lnTo>
                  <a:cubicBezTo>
                    <a:pt x="106045" y="5919597"/>
                    <a:pt x="0" y="5813552"/>
                    <a:pt x="0" y="5682742"/>
                  </a:cubicBezTo>
                  <a:close/>
                </a:path>
              </a:pathLst>
            </a:custGeom>
            <a:solidFill>
              <a:srgbClr val="1E0D3A"/>
            </a:solidFill>
            <a:ln w="50812" cap="sq">
              <a:solidFill>
                <a:srgbClr val="A855F7"/>
              </a:solidFill>
              <a:prstDash val="solid"/>
              <a:miter/>
            </a:ln>
          </p:spPr>
        </p:sp>
      </p:grpSp>
      <p:grpSp>
        <p:nvGrpSpPr>
          <p:cNvPr id="30" name="Group 30"/>
          <p:cNvGrpSpPr/>
          <p:nvPr/>
        </p:nvGrpSpPr>
        <p:grpSpPr>
          <a:xfrm>
            <a:off x="8631936" y="3803904"/>
            <a:ext cx="1645653" cy="1645653"/>
            <a:chOff x="0" y="0"/>
            <a:chExt cx="2194204" cy="2194204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2194306" cy="2194306"/>
            </a:xfrm>
            <a:custGeom>
              <a:avLst/>
              <a:gdLst/>
              <a:ahLst/>
              <a:cxnLst/>
              <a:rect l="l" t="t" r="r" b="b"/>
              <a:pathLst>
                <a:path w="2194306" h="2194306">
                  <a:moveTo>
                    <a:pt x="0" y="1097153"/>
                  </a:moveTo>
                  <a:cubicBezTo>
                    <a:pt x="0" y="491236"/>
                    <a:pt x="491236" y="0"/>
                    <a:pt x="1097153" y="0"/>
                  </a:cubicBezTo>
                  <a:cubicBezTo>
                    <a:pt x="1703070" y="0"/>
                    <a:pt x="2194306" y="491236"/>
                    <a:pt x="2194306" y="1097153"/>
                  </a:cubicBezTo>
                  <a:cubicBezTo>
                    <a:pt x="2194306" y="1703070"/>
                    <a:pt x="1703070" y="2194306"/>
                    <a:pt x="1097153" y="2194306"/>
                  </a:cubicBezTo>
                  <a:cubicBezTo>
                    <a:pt x="491236" y="2194306"/>
                    <a:pt x="0" y="1703070"/>
                    <a:pt x="0" y="1097153"/>
                  </a:cubicBezTo>
                  <a:close/>
                </a:path>
              </a:pathLst>
            </a:custGeom>
            <a:solidFill>
              <a:srgbClr val="7C3AED"/>
            </a:solidFill>
          </p:spPr>
        </p:sp>
      </p:grpSp>
      <p:grpSp>
        <p:nvGrpSpPr>
          <p:cNvPr id="32" name="Group 32"/>
          <p:cNvGrpSpPr/>
          <p:nvPr/>
        </p:nvGrpSpPr>
        <p:grpSpPr>
          <a:xfrm>
            <a:off x="8924544" y="4096512"/>
            <a:ext cx="1060704" cy="1060704"/>
            <a:chOff x="0" y="0"/>
            <a:chExt cx="1414272" cy="1414272"/>
          </a:xfrm>
        </p:grpSpPr>
        <p:sp>
          <p:nvSpPr>
            <p:cNvPr id="33" name="Freeform 33" descr="preencoded.png"/>
            <p:cNvSpPr/>
            <p:nvPr/>
          </p:nvSpPr>
          <p:spPr>
            <a:xfrm>
              <a:off x="0" y="0"/>
              <a:ext cx="1414272" cy="1414272"/>
            </a:xfrm>
            <a:custGeom>
              <a:avLst/>
              <a:gdLst/>
              <a:ahLst/>
              <a:cxnLst/>
              <a:rect l="l" t="t" r="r" b="b"/>
              <a:pathLst>
                <a:path w="1414272" h="1414272">
                  <a:moveTo>
                    <a:pt x="0" y="0"/>
                  </a:moveTo>
                  <a:lnTo>
                    <a:pt x="1414272" y="0"/>
                  </a:lnTo>
                  <a:lnTo>
                    <a:pt x="1414272" y="1414272"/>
                  </a:lnTo>
                  <a:lnTo>
                    <a:pt x="0" y="14142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grpSp>
        <p:nvGrpSpPr>
          <p:cNvPr id="34" name="Group 34"/>
          <p:cNvGrpSpPr/>
          <p:nvPr/>
        </p:nvGrpSpPr>
        <p:grpSpPr>
          <a:xfrm>
            <a:off x="6986016" y="5705856"/>
            <a:ext cx="4937846" cy="950852"/>
            <a:chOff x="0" y="0"/>
            <a:chExt cx="6583794" cy="1267803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6583800" cy="1267800"/>
            </a:xfrm>
            <a:custGeom>
              <a:avLst/>
              <a:gdLst/>
              <a:ahLst/>
              <a:cxnLst/>
              <a:rect l="l" t="t" r="r" b="b"/>
              <a:pathLst>
                <a:path w="6583800" h="1267800">
                  <a:moveTo>
                    <a:pt x="0" y="0"/>
                  </a:moveTo>
                  <a:lnTo>
                    <a:pt x="6583800" y="0"/>
                  </a:lnTo>
                  <a:lnTo>
                    <a:pt x="6583800" y="1267800"/>
                  </a:lnTo>
                  <a:lnTo>
                    <a:pt x="0" y="1267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1187" b="-51187"/>
              </a:stretch>
            </a:blipFill>
          </p:spPr>
        </p:sp>
        <p:sp>
          <p:nvSpPr>
            <p:cNvPr id="36" name="TextBox 36"/>
            <p:cNvSpPr txBox="1"/>
            <p:nvPr/>
          </p:nvSpPr>
          <p:spPr>
            <a:xfrm>
              <a:off x="0" y="-66675"/>
              <a:ext cx="6583794" cy="133447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779"/>
                </a:lnSpc>
              </a:pPr>
              <a:r>
                <a:rPr lang="en-US" sz="315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ИИ делает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6986016" y="6675120"/>
            <a:ext cx="4937846" cy="1097547"/>
            <a:chOff x="0" y="0"/>
            <a:chExt cx="6583794" cy="1463396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6583800" cy="1463400"/>
            </a:xfrm>
            <a:custGeom>
              <a:avLst/>
              <a:gdLst/>
              <a:ahLst/>
              <a:cxnLst/>
              <a:rect l="l" t="t" r="r" b="b"/>
              <a:pathLst>
                <a:path w="6583800" h="1463400">
                  <a:moveTo>
                    <a:pt x="0" y="0"/>
                  </a:moveTo>
                  <a:lnTo>
                    <a:pt x="6583800" y="0"/>
                  </a:lnTo>
                  <a:lnTo>
                    <a:pt x="6583800" y="1463400"/>
                  </a:lnTo>
                  <a:lnTo>
                    <a:pt x="0" y="1463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7662" b="-37662"/>
              </a:stretch>
            </a:blipFill>
          </p:spPr>
        </p:sp>
        <p:sp>
          <p:nvSpPr>
            <p:cNvPr id="39" name="TextBox 39"/>
            <p:cNvSpPr txBox="1"/>
            <p:nvPr/>
          </p:nvSpPr>
          <p:spPr>
            <a:xfrm>
              <a:off x="0" y="-66675"/>
              <a:ext cx="6583794" cy="153007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779"/>
                </a:lnSpc>
              </a:pPr>
              <a:r>
                <a:rPr lang="en-US" sz="3150">
                  <a:solidFill>
                    <a:srgbClr val="A78BC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Собирает рабочий вариант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12198096" y="5449824"/>
            <a:ext cx="310953" cy="950852"/>
            <a:chOff x="0" y="0"/>
            <a:chExt cx="414604" cy="1267803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414600" cy="1267800"/>
            </a:xfrm>
            <a:custGeom>
              <a:avLst/>
              <a:gdLst/>
              <a:ahLst/>
              <a:cxnLst/>
              <a:rect l="l" t="t" r="r" b="b"/>
              <a:pathLst>
                <a:path w="414600" h="1267800">
                  <a:moveTo>
                    <a:pt x="0" y="0"/>
                  </a:moveTo>
                  <a:lnTo>
                    <a:pt x="414600" y="0"/>
                  </a:lnTo>
                  <a:lnTo>
                    <a:pt x="414600" y="1267800"/>
                  </a:lnTo>
                  <a:lnTo>
                    <a:pt x="0" y="1267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42338" r="-342339"/>
              </a:stretch>
            </a:blipFill>
          </p:spPr>
        </p:sp>
        <p:sp>
          <p:nvSpPr>
            <p:cNvPr id="42" name="TextBox 42"/>
            <p:cNvSpPr txBox="1"/>
            <p:nvPr/>
          </p:nvSpPr>
          <p:spPr>
            <a:xfrm>
              <a:off x="0" y="-76200"/>
              <a:ext cx="414604" cy="134400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860"/>
                </a:lnSpc>
              </a:pPr>
              <a:r>
                <a:rPr lang="en-US" sz="4050" b="1">
                  <a:solidFill>
                    <a:srgbClr val="A855F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→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12496295" y="3370583"/>
            <a:ext cx="5511784" cy="4414237"/>
            <a:chOff x="0" y="0"/>
            <a:chExt cx="7349046" cy="5885650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7349109" cy="5885688"/>
            </a:xfrm>
            <a:custGeom>
              <a:avLst/>
              <a:gdLst/>
              <a:ahLst/>
              <a:cxnLst/>
              <a:rect l="l" t="t" r="r" b="b"/>
              <a:pathLst>
                <a:path w="7349109" h="5885688">
                  <a:moveTo>
                    <a:pt x="0" y="235458"/>
                  </a:moveTo>
                  <a:cubicBezTo>
                    <a:pt x="0" y="105410"/>
                    <a:pt x="105410" y="0"/>
                    <a:pt x="235458" y="0"/>
                  </a:cubicBezTo>
                  <a:lnTo>
                    <a:pt x="7113651" y="0"/>
                  </a:lnTo>
                  <a:cubicBezTo>
                    <a:pt x="7243699" y="0"/>
                    <a:pt x="7349109" y="105410"/>
                    <a:pt x="7349109" y="235458"/>
                  </a:cubicBezTo>
                  <a:lnTo>
                    <a:pt x="7349109" y="5650230"/>
                  </a:lnTo>
                  <a:cubicBezTo>
                    <a:pt x="7349109" y="5780278"/>
                    <a:pt x="7243699" y="5885688"/>
                    <a:pt x="7113651" y="5885688"/>
                  </a:cubicBezTo>
                  <a:lnTo>
                    <a:pt x="235458" y="5885688"/>
                  </a:lnTo>
                  <a:cubicBezTo>
                    <a:pt x="105410" y="5885688"/>
                    <a:pt x="0" y="5780278"/>
                    <a:pt x="0" y="5650230"/>
                  </a:cubicBezTo>
                  <a:close/>
                </a:path>
              </a:pathLst>
            </a:custGeom>
            <a:solidFill>
              <a:srgbClr val="1E0D3A"/>
            </a:solidFill>
            <a:ln w="25388" cap="sq">
              <a:solidFill>
                <a:srgbClr val="7C3AED"/>
              </a:solidFill>
              <a:prstDash val="solid"/>
              <a:miter/>
            </a:ln>
          </p:spPr>
        </p:sp>
      </p:grpSp>
      <p:grpSp>
        <p:nvGrpSpPr>
          <p:cNvPr id="45" name="Group 45"/>
          <p:cNvGrpSpPr/>
          <p:nvPr/>
        </p:nvGrpSpPr>
        <p:grpSpPr>
          <a:xfrm>
            <a:off x="14429232" y="3803904"/>
            <a:ext cx="1645653" cy="1645653"/>
            <a:chOff x="0" y="0"/>
            <a:chExt cx="2194204" cy="2194204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2194306" cy="2194306"/>
            </a:xfrm>
            <a:custGeom>
              <a:avLst/>
              <a:gdLst/>
              <a:ahLst/>
              <a:cxnLst/>
              <a:rect l="l" t="t" r="r" b="b"/>
              <a:pathLst>
                <a:path w="2194306" h="2194306">
                  <a:moveTo>
                    <a:pt x="0" y="1097153"/>
                  </a:moveTo>
                  <a:cubicBezTo>
                    <a:pt x="0" y="491236"/>
                    <a:pt x="491236" y="0"/>
                    <a:pt x="1097153" y="0"/>
                  </a:cubicBezTo>
                  <a:cubicBezTo>
                    <a:pt x="1703070" y="0"/>
                    <a:pt x="2194306" y="491236"/>
                    <a:pt x="2194306" y="1097153"/>
                  </a:cubicBezTo>
                  <a:cubicBezTo>
                    <a:pt x="2194306" y="1703070"/>
                    <a:pt x="1703070" y="2194306"/>
                    <a:pt x="1097153" y="2194306"/>
                  </a:cubicBezTo>
                  <a:cubicBezTo>
                    <a:pt x="491236" y="2194306"/>
                    <a:pt x="0" y="1703070"/>
                    <a:pt x="0" y="1097153"/>
                  </a:cubicBezTo>
                  <a:close/>
                </a:path>
              </a:pathLst>
            </a:custGeom>
            <a:solidFill>
              <a:srgbClr val="7C3AED"/>
            </a:solidFill>
          </p:spPr>
        </p:sp>
      </p:grpSp>
      <p:grpSp>
        <p:nvGrpSpPr>
          <p:cNvPr id="47" name="Group 47"/>
          <p:cNvGrpSpPr/>
          <p:nvPr/>
        </p:nvGrpSpPr>
        <p:grpSpPr>
          <a:xfrm>
            <a:off x="14721840" y="4096512"/>
            <a:ext cx="1060704" cy="1060704"/>
            <a:chOff x="0" y="0"/>
            <a:chExt cx="1414272" cy="1414272"/>
          </a:xfrm>
        </p:grpSpPr>
        <p:sp>
          <p:nvSpPr>
            <p:cNvPr id="48" name="Freeform 48" descr="preencoded.png"/>
            <p:cNvSpPr/>
            <p:nvPr/>
          </p:nvSpPr>
          <p:spPr>
            <a:xfrm>
              <a:off x="0" y="0"/>
              <a:ext cx="1414272" cy="1414272"/>
            </a:xfrm>
            <a:custGeom>
              <a:avLst/>
              <a:gdLst/>
              <a:ahLst/>
              <a:cxnLst/>
              <a:rect l="l" t="t" r="r" b="b"/>
              <a:pathLst>
                <a:path w="1414272" h="1414272">
                  <a:moveTo>
                    <a:pt x="0" y="0"/>
                  </a:moveTo>
                  <a:lnTo>
                    <a:pt x="1414272" y="0"/>
                  </a:lnTo>
                  <a:lnTo>
                    <a:pt x="1414272" y="1414272"/>
                  </a:lnTo>
                  <a:lnTo>
                    <a:pt x="0" y="14142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grpSp>
        <p:nvGrpSpPr>
          <p:cNvPr id="49" name="Group 49"/>
          <p:cNvGrpSpPr/>
          <p:nvPr/>
        </p:nvGrpSpPr>
        <p:grpSpPr>
          <a:xfrm>
            <a:off x="12783312" y="5705856"/>
            <a:ext cx="4937846" cy="950852"/>
            <a:chOff x="0" y="0"/>
            <a:chExt cx="6583794" cy="1267803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6583800" cy="1267800"/>
            </a:xfrm>
            <a:custGeom>
              <a:avLst/>
              <a:gdLst/>
              <a:ahLst/>
              <a:cxnLst/>
              <a:rect l="l" t="t" r="r" b="b"/>
              <a:pathLst>
                <a:path w="6583800" h="1267800">
                  <a:moveTo>
                    <a:pt x="0" y="0"/>
                  </a:moveTo>
                  <a:lnTo>
                    <a:pt x="6583800" y="0"/>
                  </a:lnTo>
                  <a:lnTo>
                    <a:pt x="6583800" y="1267800"/>
                  </a:lnTo>
                  <a:lnTo>
                    <a:pt x="0" y="1267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1187" b="-51187"/>
              </a:stretch>
            </a:blipFill>
          </p:spPr>
        </p:sp>
        <p:sp>
          <p:nvSpPr>
            <p:cNvPr id="51" name="TextBox 51"/>
            <p:cNvSpPr txBox="1"/>
            <p:nvPr/>
          </p:nvSpPr>
          <p:spPr>
            <a:xfrm>
              <a:off x="0" y="-66675"/>
              <a:ext cx="6583794" cy="133447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779"/>
                </a:lnSpc>
              </a:pPr>
              <a:r>
                <a:rPr lang="en-US" sz="315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Вы проверяете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12783312" y="6675120"/>
            <a:ext cx="4937846" cy="1097547"/>
            <a:chOff x="0" y="0"/>
            <a:chExt cx="6583794" cy="1463396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6583800" cy="1463400"/>
            </a:xfrm>
            <a:custGeom>
              <a:avLst/>
              <a:gdLst/>
              <a:ahLst/>
              <a:cxnLst/>
              <a:rect l="l" t="t" r="r" b="b"/>
              <a:pathLst>
                <a:path w="6583800" h="1463400">
                  <a:moveTo>
                    <a:pt x="0" y="0"/>
                  </a:moveTo>
                  <a:lnTo>
                    <a:pt x="6583800" y="0"/>
                  </a:lnTo>
                  <a:lnTo>
                    <a:pt x="6583800" y="1463400"/>
                  </a:lnTo>
                  <a:lnTo>
                    <a:pt x="0" y="1463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7662" b="-37662"/>
              </a:stretch>
            </a:blipFill>
          </p:spPr>
        </p:sp>
        <p:sp>
          <p:nvSpPr>
            <p:cNvPr id="54" name="TextBox 54"/>
            <p:cNvSpPr txBox="1"/>
            <p:nvPr/>
          </p:nvSpPr>
          <p:spPr>
            <a:xfrm>
              <a:off x="0" y="-66675"/>
              <a:ext cx="6583794" cy="153007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779"/>
                </a:lnSpc>
              </a:pPr>
              <a:r>
                <a:rPr lang="en-US" sz="3150">
                  <a:solidFill>
                    <a:srgbClr val="A78BC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Смотрите и уточняете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1167727" y="8093431"/>
            <a:ext cx="16497300" cy="1355246"/>
            <a:chOff x="0" y="0"/>
            <a:chExt cx="21996400" cy="1806994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21996400" cy="1806956"/>
            </a:xfrm>
            <a:custGeom>
              <a:avLst/>
              <a:gdLst/>
              <a:ahLst/>
              <a:cxnLst/>
              <a:rect l="l" t="t" r="r" b="b"/>
              <a:pathLst>
                <a:path w="21996400" h="1806956">
                  <a:moveTo>
                    <a:pt x="0" y="200787"/>
                  </a:moveTo>
                  <a:cubicBezTo>
                    <a:pt x="0" y="89916"/>
                    <a:pt x="89916" y="0"/>
                    <a:pt x="200787" y="0"/>
                  </a:cubicBezTo>
                  <a:lnTo>
                    <a:pt x="21795612" y="0"/>
                  </a:lnTo>
                  <a:cubicBezTo>
                    <a:pt x="21906483" y="0"/>
                    <a:pt x="21996400" y="89916"/>
                    <a:pt x="21996400" y="200787"/>
                  </a:cubicBezTo>
                  <a:lnTo>
                    <a:pt x="21996400" y="1606169"/>
                  </a:lnTo>
                  <a:cubicBezTo>
                    <a:pt x="21996400" y="1717040"/>
                    <a:pt x="21906483" y="1806956"/>
                    <a:pt x="21795612" y="1806956"/>
                  </a:cubicBezTo>
                  <a:lnTo>
                    <a:pt x="200787" y="1806956"/>
                  </a:lnTo>
                  <a:cubicBezTo>
                    <a:pt x="89916" y="1806956"/>
                    <a:pt x="0" y="1717167"/>
                    <a:pt x="0" y="1606169"/>
                  </a:cubicBezTo>
                  <a:close/>
                </a:path>
              </a:pathLst>
            </a:custGeom>
            <a:solidFill>
              <a:srgbClr val="2D1B4E"/>
            </a:solidFill>
            <a:ln w="38100" cap="sq">
              <a:solidFill>
                <a:srgbClr val="7C3AED"/>
              </a:solidFill>
              <a:prstDash val="solid"/>
              <a:miter/>
            </a:ln>
          </p:spPr>
        </p:sp>
      </p:grpSp>
      <p:grpSp>
        <p:nvGrpSpPr>
          <p:cNvPr id="57" name="Group 57"/>
          <p:cNvGrpSpPr/>
          <p:nvPr/>
        </p:nvGrpSpPr>
        <p:grpSpPr>
          <a:xfrm>
            <a:off x="1643977" y="8112481"/>
            <a:ext cx="15727947" cy="1317146"/>
            <a:chOff x="0" y="0"/>
            <a:chExt cx="20970596" cy="1756194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20970601" cy="1756200"/>
            </a:xfrm>
            <a:custGeom>
              <a:avLst/>
              <a:gdLst/>
              <a:ahLst/>
              <a:cxnLst/>
              <a:rect l="l" t="t" r="r" b="b"/>
              <a:pathLst>
                <a:path w="20970601" h="1756200">
                  <a:moveTo>
                    <a:pt x="0" y="0"/>
                  </a:moveTo>
                  <a:lnTo>
                    <a:pt x="20970601" y="0"/>
                  </a:lnTo>
                  <a:lnTo>
                    <a:pt x="20970601" y="1756200"/>
                  </a:lnTo>
                  <a:lnTo>
                    <a:pt x="0" y="1756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82668" b="-182668"/>
              </a:stretch>
            </a:blipFill>
          </p:spPr>
        </p:sp>
        <p:sp>
          <p:nvSpPr>
            <p:cNvPr id="59" name="TextBox 59"/>
            <p:cNvSpPr txBox="1"/>
            <p:nvPr/>
          </p:nvSpPr>
          <p:spPr>
            <a:xfrm>
              <a:off x="0" y="-66675"/>
              <a:ext cx="20970596" cy="182286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320"/>
                </a:lnSpc>
              </a:pPr>
              <a:r>
                <a:rPr lang="en-US" sz="3600" b="1">
                  <a:solidFill>
                    <a:srgbClr val="A78BC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Первый вариант — это черновик. </a:t>
              </a:r>
            </a:p>
            <a:p>
              <a:pPr algn="l">
                <a:lnSpc>
                  <a:spcPts val="4320"/>
                </a:lnSpc>
              </a:pPr>
              <a:r>
                <a:rPr lang="en-US" sz="36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Уточняйте словами — и результат улучшается.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7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544800" y="-731520"/>
            <a:ext cx="3657600" cy="3657600"/>
            <a:chOff x="0" y="0"/>
            <a:chExt cx="4876800" cy="4876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76800" cy="4876800"/>
            </a:xfrm>
            <a:custGeom>
              <a:avLst/>
              <a:gdLst/>
              <a:ahLst/>
              <a:cxnLst/>
              <a:rect l="l" t="t" r="r" b="b"/>
              <a:pathLst>
                <a:path w="4876800" h="4876800">
                  <a:moveTo>
                    <a:pt x="0" y="2438400"/>
                  </a:moveTo>
                  <a:cubicBezTo>
                    <a:pt x="0" y="1091692"/>
                    <a:pt x="1091692" y="0"/>
                    <a:pt x="2438400" y="0"/>
                  </a:cubicBezTo>
                  <a:cubicBezTo>
                    <a:pt x="3785108" y="0"/>
                    <a:pt x="4876800" y="1091692"/>
                    <a:pt x="4876800" y="2438400"/>
                  </a:cubicBezTo>
                  <a:cubicBezTo>
                    <a:pt x="4876800" y="3785108"/>
                    <a:pt x="3785108" y="4876800"/>
                    <a:pt x="2438400" y="4876800"/>
                  </a:cubicBezTo>
                  <a:cubicBezTo>
                    <a:pt x="1091692" y="4876800"/>
                    <a:pt x="0" y="3785108"/>
                    <a:pt x="0" y="2438400"/>
                  </a:cubicBezTo>
                  <a:close/>
                </a:path>
              </a:pathLst>
            </a:custGeom>
            <a:solidFill>
              <a:srgbClr val="7C3AED">
                <a:alpha val="3137"/>
              </a:srgbClr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005840" y="512064"/>
            <a:ext cx="16459200" cy="511654"/>
            <a:chOff x="0" y="0"/>
            <a:chExt cx="21945600" cy="68220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682200"/>
            </a:xfrm>
            <a:custGeom>
              <a:avLst/>
              <a:gdLst/>
              <a:ahLst/>
              <a:cxnLst/>
              <a:rect l="l" t="t" r="r" b="b"/>
              <a:pathLst>
                <a:path w="21945600" h="682200">
                  <a:moveTo>
                    <a:pt x="0" y="0"/>
                  </a:moveTo>
                  <a:lnTo>
                    <a:pt x="21945600" y="0"/>
                  </a:lnTo>
                  <a:lnTo>
                    <a:pt x="21945600" y="682200"/>
                  </a:lnTo>
                  <a:lnTo>
                    <a:pt x="0" y="682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76811" b="-576812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1945600" cy="72030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>
                  <a:solidFill>
                    <a:srgbClr val="A855F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РЕЗУЛЬТАТ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005840" y="1060704"/>
            <a:ext cx="16459200" cy="1317146"/>
            <a:chOff x="0" y="0"/>
            <a:chExt cx="21945600" cy="175619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1945600" cy="1756200"/>
            </a:xfrm>
            <a:custGeom>
              <a:avLst/>
              <a:gdLst/>
              <a:ahLst/>
              <a:cxnLst/>
              <a:rect l="l" t="t" r="r" b="b"/>
              <a:pathLst>
                <a:path w="21945600" h="1756200">
                  <a:moveTo>
                    <a:pt x="0" y="0"/>
                  </a:moveTo>
                  <a:lnTo>
                    <a:pt x="21945600" y="0"/>
                  </a:lnTo>
                  <a:lnTo>
                    <a:pt x="21945600" y="1756200"/>
                  </a:lnTo>
                  <a:lnTo>
                    <a:pt x="0" y="1756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3486" b="-193486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152400"/>
              <a:ext cx="21945600" cy="190859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8100"/>
                </a:lnSpc>
              </a:pPr>
              <a:r>
                <a:rPr lang="en-US" sz="675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Что вы получите сегодня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14400" y="2706624"/>
            <a:ext cx="8320954" cy="1718996"/>
            <a:chOff x="0" y="0"/>
            <a:chExt cx="11094606" cy="2291994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1094593" cy="2291969"/>
            </a:xfrm>
            <a:custGeom>
              <a:avLst/>
              <a:gdLst/>
              <a:ahLst/>
              <a:cxnLst/>
              <a:rect l="l" t="t" r="r" b="b"/>
              <a:pathLst>
                <a:path w="11094593" h="2291969">
                  <a:moveTo>
                    <a:pt x="0" y="292608"/>
                  </a:moveTo>
                  <a:cubicBezTo>
                    <a:pt x="0" y="130937"/>
                    <a:pt x="130937" y="0"/>
                    <a:pt x="292608" y="0"/>
                  </a:cubicBezTo>
                  <a:lnTo>
                    <a:pt x="10801985" y="0"/>
                  </a:lnTo>
                  <a:cubicBezTo>
                    <a:pt x="10963528" y="0"/>
                    <a:pt x="11094593" y="130937"/>
                    <a:pt x="11094593" y="292608"/>
                  </a:cubicBezTo>
                  <a:lnTo>
                    <a:pt x="11094593" y="1999361"/>
                  </a:lnTo>
                  <a:cubicBezTo>
                    <a:pt x="11094593" y="2160905"/>
                    <a:pt x="10963656" y="2291969"/>
                    <a:pt x="10801985" y="2291969"/>
                  </a:cubicBezTo>
                  <a:lnTo>
                    <a:pt x="292608" y="2291969"/>
                  </a:lnTo>
                  <a:cubicBezTo>
                    <a:pt x="130937" y="2291969"/>
                    <a:pt x="0" y="2161032"/>
                    <a:pt x="0" y="1999361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1243584" y="3017520"/>
            <a:ext cx="1097547" cy="1097547"/>
            <a:chOff x="0" y="0"/>
            <a:chExt cx="1463396" cy="146339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463294" cy="1463294"/>
            </a:xfrm>
            <a:custGeom>
              <a:avLst/>
              <a:gdLst/>
              <a:ahLst/>
              <a:cxnLst/>
              <a:rect l="l" t="t" r="r" b="b"/>
              <a:pathLst>
                <a:path w="1463294" h="1463294">
                  <a:moveTo>
                    <a:pt x="0" y="731647"/>
                  </a:moveTo>
                  <a:cubicBezTo>
                    <a:pt x="0" y="327533"/>
                    <a:pt x="327533" y="0"/>
                    <a:pt x="731647" y="0"/>
                  </a:cubicBezTo>
                  <a:cubicBezTo>
                    <a:pt x="1135761" y="0"/>
                    <a:pt x="1463294" y="327533"/>
                    <a:pt x="1463294" y="731647"/>
                  </a:cubicBezTo>
                  <a:cubicBezTo>
                    <a:pt x="1463294" y="1135761"/>
                    <a:pt x="1135761" y="1463294"/>
                    <a:pt x="731647" y="1463294"/>
                  </a:cubicBezTo>
                  <a:cubicBezTo>
                    <a:pt x="327533" y="1463294"/>
                    <a:pt x="0" y="1135761"/>
                    <a:pt x="0" y="731647"/>
                  </a:cubicBezTo>
                  <a:close/>
                </a:path>
              </a:pathLst>
            </a:custGeom>
            <a:solidFill>
              <a:srgbClr val="7C3AED"/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1426464" y="3200400"/>
            <a:ext cx="731520" cy="731520"/>
            <a:chOff x="0" y="0"/>
            <a:chExt cx="975360" cy="975360"/>
          </a:xfrm>
        </p:grpSpPr>
        <p:sp>
          <p:nvSpPr>
            <p:cNvPr id="15" name="Freeform 15" descr="preencoded.png"/>
            <p:cNvSpPr/>
            <p:nvPr/>
          </p:nvSpPr>
          <p:spPr>
            <a:xfrm>
              <a:off x="0" y="0"/>
              <a:ext cx="975360" cy="975360"/>
            </a:xfrm>
            <a:custGeom>
              <a:avLst/>
              <a:gdLst/>
              <a:ahLst/>
              <a:cxnLst/>
              <a:rect l="l" t="t" r="r" b="b"/>
              <a:pathLst>
                <a:path w="975360" h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16" name="Group 16"/>
          <p:cNvGrpSpPr/>
          <p:nvPr/>
        </p:nvGrpSpPr>
        <p:grpSpPr>
          <a:xfrm>
            <a:off x="2560320" y="2889504"/>
            <a:ext cx="6492154" cy="694801"/>
            <a:chOff x="0" y="0"/>
            <a:chExt cx="8656206" cy="926401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656200" cy="926400"/>
            </a:xfrm>
            <a:custGeom>
              <a:avLst/>
              <a:gdLst/>
              <a:ahLst/>
              <a:cxnLst/>
              <a:rect l="l" t="t" r="r" b="b"/>
              <a:pathLst>
                <a:path w="8656200" h="926400">
                  <a:moveTo>
                    <a:pt x="0" y="0"/>
                  </a:moveTo>
                  <a:lnTo>
                    <a:pt x="8656200" y="0"/>
                  </a:lnTo>
                  <a:lnTo>
                    <a:pt x="8656200" y="926400"/>
                  </a:lnTo>
                  <a:lnTo>
                    <a:pt x="0" y="926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2066" b="-132066"/>
              </a:stretch>
            </a:blipFill>
          </p:spPr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8656206" cy="96450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1F293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Быстрее анализировать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2560320" y="3547872"/>
            <a:ext cx="6492154" cy="713251"/>
            <a:chOff x="0" y="0"/>
            <a:chExt cx="8656206" cy="951001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656200" cy="951000"/>
            </a:xfrm>
            <a:custGeom>
              <a:avLst/>
              <a:gdLst/>
              <a:ahLst/>
              <a:cxnLst/>
              <a:rect l="l" t="t" r="r" b="b"/>
              <a:pathLst>
                <a:path w="8656200" h="951000">
                  <a:moveTo>
                    <a:pt x="0" y="0"/>
                  </a:moveTo>
                  <a:lnTo>
                    <a:pt x="8656200" y="0"/>
                  </a:lnTo>
                  <a:lnTo>
                    <a:pt x="8656200" y="951000"/>
                  </a:lnTo>
                  <a:lnTo>
                    <a:pt x="0" y="9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7356" b="-127357"/>
              </a:stretch>
            </a:blipFill>
          </p:spPr>
        </p:sp>
        <p:sp>
          <p:nvSpPr>
            <p:cNvPr id="21" name="TextBox 21"/>
            <p:cNvSpPr txBox="1"/>
            <p:nvPr/>
          </p:nvSpPr>
          <p:spPr>
            <a:xfrm>
              <a:off x="0" y="-47625"/>
              <a:ext cx="8656206" cy="99862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200 страниц — за 5 минут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692640" y="2706624"/>
            <a:ext cx="8320954" cy="1718996"/>
            <a:chOff x="0" y="0"/>
            <a:chExt cx="11094606" cy="2291994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1094593" cy="2291969"/>
            </a:xfrm>
            <a:custGeom>
              <a:avLst/>
              <a:gdLst/>
              <a:ahLst/>
              <a:cxnLst/>
              <a:rect l="l" t="t" r="r" b="b"/>
              <a:pathLst>
                <a:path w="11094593" h="2291969">
                  <a:moveTo>
                    <a:pt x="0" y="292608"/>
                  </a:moveTo>
                  <a:cubicBezTo>
                    <a:pt x="0" y="130937"/>
                    <a:pt x="130937" y="0"/>
                    <a:pt x="292608" y="0"/>
                  </a:cubicBezTo>
                  <a:lnTo>
                    <a:pt x="10801985" y="0"/>
                  </a:lnTo>
                  <a:cubicBezTo>
                    <a:pt x="10963528" y="0"/>
                    <a:pt x="11094593" y="130937"/>
                    <a:pt x="11094593" y="292608"/>
                  </a:cubicBezTo>
                  <a:lnTo>
                    <a:pt x="11094593" y="1999361"/>
                  </a:lnTo>
                  <a:cubicBezTo>
                    <a:pt x="11094593" y="2160905"/>
                    <a:pt x="10963656" y="2291969"/>
                    <a:pt x="10801985" y="2291969"/>
                  </a:cubicBezTo>
                  <a:lnTo>
                    <a:pt x="292608" y="2291969"/>
                  </a:lnTo>
                  <a:cubicBezTo>
                    <a:pt x="130937" y="2291969"/>
                    <a:pt x="0" y="2161032"/>
                    <a:pt x="0" y="1999361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24" name="Group 24"/>
          <p:cNvGrpSpPr/>
          <p:nvPr/>
        </p:nvGrpSpPr>
        <p:grpSpPr>
          <a:xfrm>
            <a:off x="10021824" y="3017520"/>
            <a:ext cx="1097547" cy="1097547"/>
            <a:chOff x="0" y="0"/>
            <a:chExt cx="1463396" cy="1463396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463294" cy="1463294"/>
            </a:xfrm>
            <a:custGeom>
              <a:avLst/>
              <a:gdLst/>
              <a:ahLst/>
              <a:cxnLst/>
              <a:rect l="l" t="t" r="r" b="b"/>
              <a:pathLst>
                <a:path w="1463294" h="1463294">
                  <a:moveTo>
                    <a:pt x="0" y="731647"/>
                  </a:moveTo>
                  <a:cubicBezTo>
                    <a:pt x="0" y="327533"/>
                    <a:pt x="327533" y="0"/>
                    <a:pt x="731647" y="0"/>
                  </a:cubicBezTo>
                  <a:cubicBezTo>
                    <a:pt x="1135761" y="0"/>
                    <a:pt x="1463294" y="327533"/>
                    <a:pt x="1463294" y="731647"/>
                  </a:cubicBezTo>
                  <a:cubicBezTo>
                    <a:pt x="1463294" y="1135761"/>
                    <a:pt x="1135761" y="1463294"/>
                    <a:pt x="731647" y="1463294"/>
                  </a:cubicBezTo>
                  <a:cubicBezTo>
                    <a:pt x="327533" y="1463294"/>
                    <a:pt x="0" y="1135761"/>
                    <a:pt x="0" y="731647"/>
                  </a:cubicBezTo>
                  <a:close/>
                </a:path>
              </a:pathLst>
            </a:custGeom>
            <a:solidFill>
              <a:srgbClr val="7C3AED"/>
            </a:solidFill>
          </p:spPr>
        </p:sp>
      </p:grpSp>
      <p:grpSp>
        <p:nvGrpSpPr>
          <p:cNvPr id="26" name="Group 26"/>
          <p:cNvGrpSpPr/>
          <p:nvPr/>
        </p:nvGrpSpPr>
        <p:grpSpPr>
          <a:xfrm>
            <a:off x="10204704" y="3200400"/>
            <a:ext cx="731520" cy="731520"/>
            <a:chOff x="0" y="0"/>
            <a:chExt cx="975360" cy="975360"/>
          </a:xfrm>
        </p:grpSpPr>
        <p:sp>
          <p:nvSpPr>
            <p:cNvPr id="27" name="Freeform 27" descr="preencoded.png"/>
            <p:cNvSpPr/>
            <p:nvPr/>
          </p:nvSpPr>
          <p:spPr>
            <a:xfrm>
              <a:off x="0" y="0"/>
              <a:ext cx="975360" cy="975360"/>
            </a:xfrm>
            <a:custGeom>
              <a:avLst/>
              <a:gdLst/>
              <a:ahLst/>
              <a:cxnLst/>
              <a:rect l="l" t="t" r="r" b="b"/>
              <a:pathLst>
                <a:path w="975360" h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grpSp>
        <p:nvGrpSpPr>
          <p:cNvPr id="28" name="Group 28"/>
          <p:cNvGrpSpPr/>
          <p:nvPr/>
        </p:nvGrpSpPr>
        <p:grpSpPr>
          <a:xfrm>
            <a:off x="11338560" y="2889504"/>
            <a:ext cx="6492154" cy="694801"/>
            <a:chOff x="0" y="0"/>
            <a:chExt cx="8656206" cy="926401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656200" cy="926400"/>
            </a:xfrm>
            <a:custGeom>
              <a:avLst/>
              <a:gdLst/>
              <a:ahLst/>
              <a:cxnLst/>
              <a:rect l="l" t="t" r="r" b="b"/>
              <a:pathLst>
                <a:path w="8656200" h="926400">
                  <a:moveTo>
                    <a:pt x="0" y="0"/>
                  </a:moveTo>
                  <a:lnTo>
                    <a:pt x="8656200" y="0"/>
                  </a:lnTo>
                  <a:lnTo>
                    <a:pt x="8656200" y="926400"/>
                  </a:lnTo>
                  <a:lnTo>
                    <a:pt x="0" y="926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2066" b="-132066"/>
              </a:stretch>
            </a:blipFill>
          </p:spPr>
        </p:sp>
        <p:sp>
          <p:nvSpPr>
            <p:cNvPr id="30" name="TextBox 30"/>
            <p:cNvSpPr txBox="1"/>
            <p:nvPr/>
          </p:nvSpPr>
          <p:spPr>
            <a:xfrm>
              <a:off x="0" y="-38100"/>
              <a:ext cx="8656206" cy="96450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1F293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Готовиться к советам директоров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1338560" y="3547872"/>
            <a:ext cx="6492154" cy="713251"/>
            <a:chOff x="0" y="0"/>
            <a:chExt cx="8656206" cy="951001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656200" cy="951000"/>
            </a:xfrm>
            <a:custGeom>
              <a:avLst/>
              <a:gdLst/>
              <a:ahLst/>
              <a:cxnLst/>
              <a:rect l="l" t="t" r="r" b="b"/>
              <a:pathLst>
                <a:path w="8656200" h="951000">
                  <a:moveTo>
                    <a:pt x="0" y="0"/>
                  </a:moveTo>
                  <a:lnTo>
                    <a:pt x="8656200" y="0"/>
                  </a:lnTo>
                  <a:lnTo>
                    <a:pt x="8656200" y="951000"/>
                  </a:lnTo>
                  <a:lnTo>
                    <a:pt x="0" y="9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7356" b="-127357"/>
              </a:stretch>
            </a:blipFill>
          </p:spPr>
        </p:sp>
        <p:sp>
          <p:nvSpPr>
            <p:cNvPr id="33" name="TextBox 33"/>
            <p:cNvSpPr txBox="1"/>
            <p:nvPr/>
          </p:nvSpPr>
          <p:spPr>
            <a:xfrm>
              <a:off x="0" y="-47625"/>
              <a:ext cx="8656206" cy="99862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Меньше стресса, больше уверенности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14400" y="4681728"/>
            <a:ext cx="8320954" cy="1718996"/>
            <a:chOff x="0" y="0"/>
            <a:chExt cx="11094606" cy="2291994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1094593" cy="2291969"/>
            </a:xfrm>
            <a:custGeom>
              <a:avLst/>
              <a:gdLst/>
              <a:ahLst/>
              <a:cxnLst/>
              <a:rect l="l" t="t" r="r" b="b"/>
              <a:pathLst>
                <a:path w="11094593" h="2291969">
                  <a:moveTo>
                    <a:pt x="0" y="292608"/>
                  </a:moveTo>
                  <a:cubicBezTo>
                    <a:pt x="0" y="130937"/>
                    <a:pt x="130937" y="0"/>
                    <a:pt x="292608" y="0"/>
                  </a:cubicBezTo>
                  <a:lnTo>
                    <a:pt x="10801985" y="0"/>
                  </a:lnTo>
                  <a:cubicBezTo>
                    <a:pt x="10963528" y="0"/>
                    <a:pt x="11094593" y="130937"/>
                    <a:pt x="11094593" y="292608"/>
                  </a:cubicBezTo>
                  <a:lnTo>
                    <a:pt x="11094593" y="1999361"/>
                  </a:lnTo>
                  <a:cubicBezTo>
                    <a:pt x="11094593" y="2160905"/>
                    <a:pt x="10963656" y="2291969"/>
                    <a:pt x="10801985" y="2291969"/>
                  </a:cubicBezTo>
                  <a:lnTo>
                    <a:pt x="292608" y="2291969"/>
                  </a:lnTo>
                  <a:cubicBezTo>
                    <a:pt x="130937" y="2291969"/>
                    <a:pt x="0" y="2161032"/>
                    <a:pt x="0" y="1999361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36" name="Group 36"/>
          <p:cNvGrpSpPr/>
          <p:nvPr/>
        </p:nvGrpSpPr>
        <p:grpSpPr>
          <a:xfrm>
            <a:off x="1243584" y="4992624"/>
            <a:ext cx="1097547" cy="1097547"/>
            <a:chOff x="0" y="0"/>
            <a:chExt cx="1463396" cy="1463396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463294" cy="1463294"/>
            </a:xfrm>
            <a:custGeom>
              <a:avLst/>
              <a:gdLst/>
              <a:ahLst/>
              <a:cxnLst/>
              <a:rect l="l" t="t" r="r" b="b"/>
              <a:pathLst>
                <a:path w="1463294" h="1463294">
                  <a:moveTo>
                    <a:pt x="0" y="731647"/>
                  </a:moveTo>
                  <a:cubicBezTo>
                    <a:pt x="0" y="327533"/>
                    <a:pt x="327533" y="0"/>
                    <a:pt x="731647" y="0"/>
                  </a:cubicBezTo>
                  <a:cubicBezTo>
                    <a:pt x="1135761" y="0"/>
                    <a:pt x="1463294" y="327533"/>
                    <a:pt x="1463294" y="731647"/>
                  </a:cubicBezTo>
                  <a:cubicBezTo>
                    <a:pt x="1463294" y="1135761"/>
                    <a:pt x="1135761" y="1463294"/>
                    <a:pt x="731647" y="1463294"/>
                  </a:cubicBezTo>
                  <a:cubicBezTo>
                    <a:pt x="327533" y="1463294"/>
                    <a:pt x="0" y="1135761"/>
                    <a:pt x="0" y="731647"/>
                  </a:cubicBezTo>
                  <a:close/>
                </a:path>
              </a:pathLst>
            </a:custGeom>
            <a:solidFill>
              <a:srgbClr val="7C3AED"/>
            </a:solidFill>
          </p:spPr>
        </p:sp>
      </p:grpSp>
      <p:grpSp>
        <p:nvGrpSpPr>
          <p:cNvPr id="38" name="Group 38"/>
          <p:cNvGrpSpPr/>
          <p:nvPr/>
        </p:nvGrpSpPr>
        <p:grpSpPr>
          <a:xfrm>
            <a:off x="1426464" y="5175504"/>
            <a:ext cx="731520" cy="731520"/>
            <a:chOff x="0" y="0"/>
            <a:chExt cx="975360" cy="975360"/>
          </a:xfrm>
        </p:grpSpPr>
        <p:sp>
          <p:nvSpPr>
            <p:cNvPr id="39" name="Freeform 39" descr="preencoded.png"/>
            <p:cNvSpPr/>
            <p:nvPr/>
          </p:nvSpPr>
          <p:spPr>
            <a:xfrm>
              <a:off x="0" y="0"/>
              <a:ext cx="975360" cy="975360"/>
            </a:xfrm>
            <a:custGeom>
              <a:avLst/>
              <a:gdLst/>
              <a:ahLst/>
              <a:cxnLst/>
              <a:rect l="l" t="t" r="r" b="b"/>
              <a:pathLst>
                <a:path w="975360" h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grpSp>
        <p:nvGrpSpPr>
          <p:cNvPr id="40" name="Group 40"/>
          <p:cNvGrpSpPr/>
          <p:nvPr/>
        </p:nvGrpSpPr>
        <p:grpSpPr>
          <a:xfrm>
            <a:off x="2560320" y="4864608"/>
            <a:ext cx="6492154" cy="694801"/>
            <a:chOff x="0" y="0"/>
            <a:chExt cx="8656206" cy="926401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656200" cy="926400"/>
            </a:xfrm>
            <a:custGeom>
              <a:avLst/>
              <a:gdLst/>
              <a:ahLst/>
              <a:cxnLst/>
              <a:rect l="l" t="t" r="r" b="b"/>
              <a:pathLst>
                <a:path w="8656200" h="926400">
                  <a:moveTo>
                    <a:pt x="0" y="0"/>
                  </a:moveTo>
                  <a:lnTo>
                    <a:pt x="8656200" y="0"/>
                  </a:lnTo>
                  <a:lnTo>
                    <a:pt x="8656200" y="926400"/>
                  </a:lnTo>
                  <a:lnTo>
                    <a:pt x="0" y="926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2066" b="-132066"/>
              </a:stretch>
            </a:blipFill>
          </p:spPr>
        </p:sp>
        <p:sp>
          <p:nvSpPr>
            <p:cNvPr id="42" name="TextBox 42"/>
            <p:cNvSpPr txBox="1"/>
            <p:nvPr/>
          </p:nvSpPr>
          <p:spPr>
            <a:xfrm>
              <a:off x="0" y="-38100"/>
              <a:ext cx="8656206" cy="96450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1F293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Создавать ИИ-помощников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2560320" y="5522976"/>
            <a:ext cx="6492154" cy="713251"/>
            <a:chOff x="0" y="0"/>
            <a:chExt cx="8656206" cy="951001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656200" cy="951000"/>
            </a:xfrm>
            <a:custGeom>
              <a:avLst/>
              <a:gdLst/>
              <a:ahLst/>
              <a:cxnLst/>
              <a:rect l="l" t="t" r="r" b="b"/>
              <a:pathLst>
                <a:path w="8656200" h="951000">
                  <a:moveTo>
                    <a:pt x="0" y="0"/>
                  </a:moveTo>
                  <a:lnTo>
                    <a:pt x="8656200" y="0"/>
                  </a:lnTo>
                  <a:lnTo>
                    <a:pt x="8656200" y="951000"/>
                  </a:lnTo>
                  <a:lnTo>
                    <a:pt x="0" y="9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7356" b="-127357"/>
              </a:stretch>
            </a:blipFill>
          </p:spPr>
        </p:sp>
        <p:sp>
          <p:nvSpPr>
            <p:cNvPr id="45" name="TextBox 45"/>
            <p:cNvSpPr txBox="1"/>
            <p:nvPr/>
          </p:nvSpPr>
          <p:spPr>
            <a:xfrm>
              <a:off x="0" y="-47625"/>
              <a:ext cx="8656206" cy="99862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Под свои конкретные задачи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9692640" y="4681728"/>
            <a:ext cx="8320954" cy="1718996"/>
            <a:chOff x="0" y="0"/>
            <a:chExt cx="11094606" cy="2291994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11094593" cy="2291969"/>
            </a:xfrm>
            <a:custGeom>
              <a:avLst/>
              <a:gdLst/>
              <a:ahLst/>
              <a:cxnLst/>
              <a:rect l="l" t="t" r="r" b="b"/>
              <a:pathLst>
                <a:path w="11094593" h="2291969">
                  <a:moveTo>
                    <a:pt x="0" y="292608"/>
                  </a:moveTo>
                  <a:cubicBezTo>
                    <a:pt x="0" y="130937"/>
                    <a:pt x="130937" y="0"/>
                    <a:pt x="292608" y="0"/>
                  </a:cubicBezTo>
                  <a:lnTo>
                    <a:pt x="10801985" y="0"/>
                  </a:lnTo>
                  <a:cubicBezTo>
                    <a:pt x="10963528" y="0"/>
                    <a:pt x="11094593" y="130937"/>
                    <a:pt x="11094593" y="292608"/>
                  </a:cubicBezTo>
                  <a:lnTo>
                    <a:pt x="11094593" y="1999361"/>
                  </a:lnTo>
                  <a:cubicBezTo>
                    <a:pt x="11094593" y="2160905"/>
                    <a:pt x="10963656" y="2291969"/>
                    <a:pt x="10801985" y="2291969"/>
                  </a:cubicBezTo>
                  <a:lnTo>
                    <a:pt x="292608" y="2291969"/>
                  </a:lnTo>
                  <a:cubicBezTo>
                    <a:pt x="130937" y="2291969"/>
                    <a:pt x="0" y="2161032"/>
                    <a:pt x="0" y="1999361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48" name="Group 48"/>
          <p:cNvGrpSpPr/>
          <p:nvPr/>
        </p:nvGrpSpPr>
        <p:grpSpPr>
          <a:xfrm>
            <a:off x="10021824" y="4992624"/>
            <a:ext cx="1097547" cy="1097547"/>
            <a:chOff x="0" y="0"/>
            <a:chExt cx="1463396" cy="1463396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1463294" cy="1463294"/>
            </a:xfrm>
            <a:custGeom>
              <a:avLst/>
              <a:gdLst/>
              <a:ahLst/>
              <a:cxnLst/>
              <a:rect l="l" t="t" r="r" b="b"/>
              <a:pathLst>
                <a:path w="1463294" h="1463294">
                  <a:moveTo>
                    <a:pt x="0" y="731647"/>
                  </a:moveTo>
                  <a:cubicBezTo>
                    <a:pt x="0" y="327533"/>
                    <a:pt x="327533" y="0"/>
                    <a:pt x="731647" y="0"/>
                  </a:cubicBezTo>
                  <a:cubicBezTo>
                    <a:pt x="1135761" y="0"/>
                    <a:pt x="1463294" y="327533"/>
                    <a:pt x="1463294" y="731647"/>
                  </a:cubicBezTo>
                  <a:cubicBezTo>
                    <a:pt x="1463294" y="1135761"/>
                    <a:pt x="1135761" y="1463294"/>
                    <a:pt x="731647" y="1463294"/>
                  </a:cubicBezTo>
                  <a:cubicBezTo>
                    <a:pt x="327533" y="1463294"/>
                    <a:pt x="0" y="1135761"/>
                    <a:pt x="0" y="731647"/>
                  </a:cubicBezTo>
                  <a:close/>
                </a:path>
              </a:pathLst>
            </a:custGeom>
            <a:solidFill>
              <a:srgbClr val="7C3AED"/>
            </a:solidFill>
          </p:spPr>
        </p:sp>
      </p:grpSp>
      <p:grpSp>
        <p:nvGrpSpPr>
          <p:cNvPr id="50" name="Group 50"/>
          <p:cNvGrpSpPr/>
          <p:nvPr/>
        </p:nvGrpSpPr>
        <p:grpSpPr>
          <a:xfrm>
            <a:off x="10204704" y="5175504"/>
            <a:ext cx="731520" cy="731520"/>
            <a:chOff x="0" y="0"/>
            <a:chExt cx="975360" cy="975360"/>
          </a:xfrm>
        </p:grpSpPr>
        <p:sp>
          <p:nvSpPr>
            <p:cNvPr id="51" name="Freeform 51" descr="preencoded.png"/>
            <p:cNvSpPr/>
            <p:nvPr/>
          </p:nvSpPr>
          <p:spPr>
            <a:xfrm>
              <a:off x="0" y="0"/>
              <a:ext cx="975360" cy="975360"/>
            </a:xfrm>
            <a:custGeom>
              <a:avLst/>
              <a:gdLst/>
              <a:ahLst/>
              <a:cxnLst/>
              <a:rect l="l" t="t" r="r" b="b"/>
              <a:pathLst>
                <a:path w="975360" h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  <p:grpSp>
        <p:nvGrpSpPr>
          <p:cNvPr id="52" name="Group 52"/>
          <p:cNvGrpSpPr/>
          <p:nvPr/>
        </p:nvGrpSpPr>
        <p:grpSpPr>
          <a:xfrm>
            <a:off x="11338560" y="4864608"/>
            <a:ext cx="6492154" cy="694801"/>
            <a:chOff x="0" y="0"/>
            <a:chExt cx="8656206" cy="926401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8656200" cy="926400"/>
            </a:xfrm>
            <a:custGeom>
              <a:avLst/>
              <a:gdLst/>
              <a:ahLst/>
              <a:cxnLst/>
              <a:rect l="l" t="t" r="r" b="b"/>
              <a:pathLst>
                <a:path w="8656200" h="926400">
                  <a:moveTo>
                    <a:pt x="0" y="0"/>
                  </a:moveTo>
                  <a:lnTo>
                    <a:pt x="8656200" y="0"/>
                  </a:lnTo>
                  <a:lnTo>
                    <a:pt x="8656200" y="926400"/>
                  </a:lnTo>
                  <a:lnTo>
                    <a:pt x="0" y="926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2066" b="-132066"/>
              </a:stretch>
            </a:blipFill>
          </p:spPr>
        </p:sp>
        <p:sp>
          <p:nvSpPr>
            <p:cNvPr id="54" name="TextBox 54"/>
            <p:cNvSpPr txBox="1"/>
            <p:nvPr/>
          </p:nvSpPr>
          <p:spPr>
            <a:xfrm>
              <a:off x="0" y="-38100"/>
              <a:ext cx="8656206" cy="96450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1F293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Экономить часы каждую неделю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11338560" y="5522976"/>
            <a:ext cx="6492154" cy="713251"/>
            <a:chOff x="0" y="0"/>
            <a:chExt cx="8656206" cy="951001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8656200" cy="951000"/>
            </a:xfrm>
            <a:custGeom>
              <a:avLst/>
              <a:gdLst/>
              <a:ahLst/>
              <a:cxnLst/>
              <a:rect l="l" t="t" r="r" b="b"/>
              <a:pathLst>
                <a:path w="8656200" h="951000">
                  <a:moveTo>
                    <a:pt x="0" y="0"/>
                  </a:moveTo>
                  <a:lnTo>
                    <a:pt x="8656200" y="0"/>
                  </a:lnTo>
                  <a:lnTo>
                    <a:pt x="8656200" y="951000"/>
                  </a:lnTo>
                  <a:lnTo>
                    <a:pt x="0" y="9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7356" b="-127357"/>
              </a:stretch>
            </a:blipFill>
          </p:spPr>
        </p:sp>
        <p:sp>
          <p:nvSpPr>
            <p:cNvPr id="57" name="TextBox 57"/>
            <p:cNvSpPr txBox="1"/>
            <p:nvPr/>
          </p:nvSpPr>
          <p:spPr>
            <a:xfrm>
              <a:off x="0" y="-47625"/>
              <a:ext cx="8656206" cy="99862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Рутина уходит, решения остаются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914400" y="6656832"/>
            <a:ext cx="8320954" cy="1718996"/>
            <a:chOff x="0" y="0"/>
            <a:chExt cx="11094606" cy="2291994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11094593" cy="2291969"/>
            </a:xfrm>
            <a:custGeom>
              <a:avLst/>
              <a:gdLst/>
              <a:ahLst/>
              <a:cxnLst/>
              <a:rect l="l" t="t" r="r" b="b"/>
              <a:pathLst>
                <a:path w="11094593" h="2291969">
                  <a:moveTo>
                    <a:pt x="0" y="292608"/>
                  </a:moveTo>
                  <a:cubicBezTo>
                    <a:pt x="0" y="130937"/>
                    <a:pt x="130937" y="0"/>
                    <a:pt x="292608" y="0"/>
                  </a:cubicBezTo>
                  <a:lnTo>
                    <a:pt x="10801985" y="0"/>
                  </a:lnTo>
                  <a:cubicBezTo>
                    <a:pt x="10963528" y="0"/>
                    <a:pt x="11094593" y="130937"/>
                    <a:pt x="11094593" y="292608"/>
                  </a:cubicBezTo>
                  <a:lnTo>
                    <a:pt x="11094593" y="1999361"/>
                  </a:lnTo>
                  <a:cubicBezTo>
                    <a:pt x="11094593" y="2160905"/>
                    <a:pt x="10963656" y="2291969"/>
                    <a:pt x="10801985" y="2291969"/>
                  </a:cubicBezTo>
                  <a:lnTo>
                    <a:pt x="292608" y="2291969"/>
                  </a:lnTo>
                  <a:cubicBezTo>
                    <a:pt x="130937" y="2291969"/>
                    <a:pt x="0" y="2161032"/>
                    <a:pt x="0" y="1999361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60" name="Group 60"/>
          <p:cNvGrpSpPr/>
          <p:nvPr/>
        </p:nvGrpSpPr>
        <p:grpSpPr>
          <a:xfrm>
            <a:off x="1243584" y="6967728"/>
            <a:ext cx="1097547" cy="1097547"/>
            <a:chOff x="0" y="0"/>
            <a:chExt cx="1463396" cy="1463396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1463294" cy="1463294"/>
            </a:xfrm>
            <a:custGeom>
              <a:avLst/>
              <a:gdLst/>
              <a:ahLst/>
              <a:cxnLst/>
              <a:rect l="l" t="t" r="r" b="b"/>
              <a:pathLst>
                <a:path w="1463294" h="1463294">
                  <a:moveTo>
                    <a:pt x="0" y="731647"/>
                  </a:moveTo>
                  <a:cubicBezTo>
                    <a:pt x="0" y="327533"/>
                    <a:pt x="327533" y="0"/>
                    <a:pt x="731647" y="0"/>
                  </a:cubicBezTo>
                  <a:cubicBezTo>
                    <a:pt x="1135761" y="0"/>
                    <a:pt x="1463294" y="327533"/>
                    <a:pt x="1463294" y="731647"/>
                  </a:cubicBezTo>
                  <a:cubicBezTo>
                    <a:pt x="1463294" y="1135761"/>
                    <a:pt x="1135761" y="1463294"/>
                    <a:pt x="731647" y="1463294"/>
                  </a:cubicBezTo>
                  <a:cubicBezTo>
                    <a:pt x="327533" y="1463294"/>
                    <a:pt x="0" y="1135761"/>
                    <a:pt x="0" y="731647"/>
                  </a:cubicBezTo>
                  <a:close/>
                </a:path>
              </a:pathLst>
            </a:custGeom>
            <a:solidFill>
              <a:srgbClr val="7C3AED"/>
            </a:solidFill>
          </p:spPr>
        </p:sp>
      </p:grpSp>
      <p:grpSp>
        <p:nvGrpSpPr>
          <p:cNvPr id="62" name="Group 62"/>
          <p:cNvGrpSpPr/>
          <p:nvPr/>
        </p:nvGrpSpPr>
        <p:grpSpPr>
          <a:xfrm>
            <a:off x="1426464" y="7150608"/>
            <a:ext cx="731520" cy="731520"/>
            <a:chOff x="0" y="0"/>
            <a:chExt cx="975360" cy="975360"/>
          </a:xfrm>
        </p:grpSpPr>
        <p:sp>
          <p:nvSpPr>
            <p:cNvPr id="63" name="Freeform 63" descr="preencoded.png"/>
            <p:cNvSpPr/>
            <p:nvPr/>
          </p:nvSpPr>
          <p:spPr>
            <a:xfrm>
              <a:off x="0" y="0"/>
              <a:ext cx="975360" cy="975360"/>
            </a:xfrm>
            <a:custGeom>
              <a:avLst/>
              <a:gdLst/>
              <a:ahLst/>
              <a:cxnLst/>
              <a:rect l="l" t="t" r="r" b="b"/>
              <a:pathLst>
                <a:path w="975360" h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</p:grpSp>
      <p:grpSp>
        <p:nvGrpSpPr>
          <p:cNvPr id="64" name="Group 64"/>
          <p:cNvGrpSpPr/>
          <p:nvPr/>
        </p:nvGrpSpPr>
        <p:grpSpPr>
          <a:xfrm>
            <a:off x="2560320" y="6839712"/>
            <a:ext cx="6492154" cy="694801"/>
            <a:chOff x="0" y="0"/>
            <a:chExt cx="8656206" cy="926401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8656200" cy="926400"/>
            </a:xfrm>
            <a:custGeom>
              <a:avLst/>
              <a:gdLst/>
              <a:ahLst/>
              <a:cxnLst/>
              <a:rect l="l" t="t" r="r" b="b"/>
              <a:pathLst>
                <a:path w="8656200" h="926400">
                  <a:moveTo>
                    <a:pt x="0" y="0"/>
                  </a:moveTo>
                  <a:lnTo>
                    <a:pt x="8656200" y="0"/>
                  </a:lnTo>
                  <a:lnTo>
                    <a:pt x="8656200" y="926400"/>
                  </a:lnTo>
                  <a:lnTo>
                    <a:pt x="0" y="926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2066" b="-132066"/>
              </a:stretch>
            </a:blipFill>
          </p:spPr>
        </p:sp>
        <p:sp>
          <p:nvSpPr>
            <p:cNvPr id="66" name="TextBox 66"/>
            <p:cNvSpPr txBox="1"/>
            <p:nvPr/>
          </p:nvSpPr>
          <p:spPr>
            <a:xfrm>
              <a:off x="0" y="-38100"/>
              <a:ext cx="8656206" cy="96450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1F293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Точнее ставить задачи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2560320" y="7498080"/>
            <a:ext cx="6492154" cy="713251"/>
            <a:chOff x="0" y="0"/>
            <a:chExt cx="8656206" cy="951001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8656200" cy="951000"/>
            </a:xfrm>
            <a:custGeom>
              <a:avLst/>
              <a:gdLst/>
              <a:ahLst/>
              <a:cxnLst/>
              <a:rect l="l" t="t" r="r" b="b"/>
              <a:pathLst>
                <a:path w="8656200" h="951000">
                  <a:moveTo>
                    <a:pt x="0" y="0"/>
                  </a:moveTo>
                  <a:lnTo>
                    <a:pt x="8656200" y="0"/>
                  </a:lnTo>
                  <a:lnTo>
                    <a:pt x="8656200" y="951000"/>
                  </a:lnTo>
                  <a:lnTo>
                    <a:pt x="0" y="9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7356" b="-127357"/>
              </a:stretch>
            </a:blipFill>
          </p:spPr>
        </p:sp>
        <p:sp>
          <p:nvSpPr>
            <p:cNvPr id="69" name="TextBox 69"/>
            <p:cNvSpPr txBox="1"/>
            <p:nvPr/>
          </p:nvSpPr>
          <p:spPr>
            <a:xfrm>
              <a:off x="0" y="-47625"/>
              <a:ext cx="8656206" cy="99862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ИИ делает именно то, что нужно</a:t>
              </a: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9692640" y="6656832"/>
            <a:ext cx="8320954" cy="1718996"/>
            <a:chOff x="0" y="0"/>
            <a:chExt cx="11094606" cy="2291994"/>
          </a:xfrm>
        </p:grpSpPr>
        <p:sp>
          <p:nvSpPr>
            <p:cNvPr id="71" name="Freeform 71"/>
            <p:cNvSpPr/>
            <p:nvPr/>
          </p:nvSpPr>
          <p:spPr>
            <a:xfrm>
              <a:off x="0" y="0"/>
              <a:ext cx="11094593" cy="2291969"/>
            </a:xfrm>
            <a:custGeom>
              <a:avLst/>
              <a:gdLst/>
              <a:ahLst/>
              <a:cxnLst/>
              <a:rect l="l" t="t" r="r" b="b"/>
              <a:pathLst>
                <a:path w="11094593" h="2291969">
                  <a:moveTo>
                    <a:pt x="0" y="292608"/>
                  </a:moveTo>
                  <a:cubicBezTo>
                    <a:pt x="0" y="130937"/>
                    <a:pt x="130937" y="0"/>
                    <a:pt x="292608" y="0"/>
                  </a:cubicBezTo>
                  <a:lnTo>
                    <a:pt x="10801985" y="0"/>
                  </a:lnTo>
                  <a:cubicBezTo>
                    <a:pt x="10963528" y="0"/>
                    <a:pt x="11094593" y="130937"/>
                    <a:pt x="11094593" y="292608"/>
                  </a:cubicBezTo>
                  <a:lnTo>
                    <a:pt x="11094593" y="1999361"/>
                  </a:lnTo>
                  <a:cubicBezTo>
                    <a:pt x="11094593" y="2160905"/>
                    <a:pt x="10963656" y="2291969"/>
                    <a:pt x="10801985" y="2291969"/>
                  </a:cubicBezTo>
                  <a:lnTo>
                    <a:pt x="292608" y="2291969"/>
                  </a:lnTo>
                  <a:cubicBezTo>
                    <a:pt x="130937" y="2291969"/>
                    <a:pt x="0" y="2161032"/>
                    <a:pt x="0" y="1999361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72" name="Group 72"/>
          <p:cNvGrpSpPr/>
          <p:nvPr/>
        </p:nvGrpSpPr>
        <p:grpSpPr>
          <a:xfrm>
            <a:off x="10021824" y="6967728"/>
            <a:ext cx="1097547" cy="1097547"/>
            <a:chOff x="0" y="0"/>
            <a:chExt cx="1463396" cy="1463396"/>
          </a:xfrm>
        </p:grpSpPr>
        <p:sp>
          <p:nvSpPr>
            <p:cNvPr id="73" name="Freeform 73"/>
            <p:cNvSpPr/>
            <p:nvPr/>
          </p:nvSpPr>
          <p:spPr>
            <a:xfrm>
              <a:off x="0" y="0"/>
              <a:ext cx="1463294" cy="1463294"/>
            </a:xfrm>
            <a:custGeom>
              <a:avLst/>
              <a:gdLst/>
              <a:ahLst/>
              <a:cxnLst/>
              <a:rect l="l" t="t" r="r" b="b"/>
              <a:pathLst>
                <a:path w="1463294" h="1463294">
                  <a:moveTo>
                    <a:pt x="0" y="731647"/>
                  </a:moveTo>
                  <a:cubicBezTo>
                    <a:pt x="0" y="327533"/>
                    <a:pt x="327533" y="0"/>
                    <a:pt x="731647" y="0"/>
                  </a:cubicBezTo>
                  <a:cubicBezTo>
                    <a:pt x="1135761" y="0"/>
                    <a:pt x="1463294" y="327533"/>
                    <a:pt x="1463294" y="731647"/>
                  </a:cubicBezTo>
                  <a:cubicBezTo>
                    <a:pt x="1463294" y="1135761"/>
                    <a:pt x="1135761" y="1463294"/>
                    <a:pt x="731647" y="1463294"/>
                  </a:cubicBezTo>
                  <a:cubicBezTo>
                    <a:pt x="327533" y="1463294"/>
                    <a:pt x="0" y="1135761"/>
                    <a:pt x="0" y="731647"/>
                  </a:cubicBezTo>
                  <a:close/>
                </a:path>
              </a:pathLst>
            </a:custGeom>
            <a:solidFill>
              <a:srgbClr val="7C3AED"/>
            </a:solidFill>
          </p:spPr>
        </p:sp>
      </p:grpSp>
      <p:grpSp>
        <p:nvGrpSpPr>
          <p:cNvPr id="74" name="Group 74"/>
          <p:cNvGrpSpPr/>
          <p:nvPr/>
        </p:nvGrpSpPr>
        <p:grpSpPr>
          <a:xfrm>
            <a:off x="10204704" y="7150608"/>
            <a:ext cx="731520" cy="731520"/>
            <a:chOff x="0" y="0"/>
            <a:chExt cx="975360" cy="975360"/>
          </a:xfrm>
        </p:grpSpPr>
        <p:sp>
          <p:nvSpPr>
            <p:cNvPr id="75" name="Freeform 75" descr="preencoded.png"/>
            <p:cNvSpPr/>
            <p:nvPr/>
          </p:nvSpPr>
          <p:spPr>
            <a:xfrm>
              <a:off x="0" y="0"/>
              <a:ext cx="975360" cy="975360"/>
            </a:xfrm>
            <a:custGeom>
              <a:avLst/>
              <a:gdLst/>
              <a:ahLst/>
              <a:cxnLst/>
              <a:rect l="l" t="t" r="r" b="b"/>
              <a:pathLst>
                <a:path w="975360" h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</p:sp>
      </p:grpSp>
      <p:grpSp>
        <p:nvGrpSpPr>
          <p:cNvPr id="76" name="Group 76"/>
          <p:cNvGrpSpPr/>
          <p:nvPr/>
        </p:nvGrpSpPr>
        <p:grpSpPr>
          <a:xfrm>
            <a:off x="11338560" y="6839712"/>
            <a:ext cx="6492154" cy="694801"/>
            <a:chOff x="0" y="0"/>
            <a:chExt cx="8656206" cy="926401"/>
          </a:xfrm>
        </p:grpSpPr>
        <p:sp>
          <p:nvSpPr>
            <p:cNvPr id="77" name="Freeform 77"/>
            <p:cNvSpPr/>
            <p:nvPr/>
          </p:nvSpPr>
          <p:spPr>
            <a:xfrm>
              <a:off x="0" y="0"/>
              <a:ext cx="8656200" cy="926400"/>
            </a:xfrm>
            <a:custGeom>
              <a:avLst/>
              <a:gdLst/>
              <a:ahLst/>
              <a:cxnLst/>
              <a:rect l="l" t="t" r="r" b="b"/>
              <a:pathLst>
                <a:path w="8656200" h="926400">
                  <a:moveTo>
                    <a:pt x="0" y="0"/>
                  </a:moveTo>
                  <a:lnTo>
                    <a:pt x="8656200" y="0"/>
                  </a:lnTo>
                  <a:lnTo>
                    <a:pt x="8656200" y="926400"/>
                  </a:lnTo>
                  <a:lnTo>
                    <a:pt x="0" y="926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2066" b="-132066"/>
              </a:stretch>
            </a:blipFill>
          </p:spPr>
        </p:sp>
        <p:sp>
          <p:nvSpPr>
            <p:cNvPr id="78" name="TextBox 78"/>
            <p:cNvSpPr txBox="1"/>
            <p:nvPr/>
          </p:nvSpPr>
          <p:spPr>
            <a:xfrm>
              <a:off x="0" y="-38100"/>
              <a:ext cx="8656206" cy="96450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1F293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Меньше держать в голове</a:t>
              </a:r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11338560" y="7498080"/>
            <a:ext cx="6492154" cy="713251"/>
            <a:chOff x="0" y="0"/>
            <a:chExt cx="8656206" cy="951001"/>
          </a:xfrm>
        </p:grpSpPr>
        <p:sp>
          <p:nvSpPr>
            <p:cNvPr id="80" name="Freeform 80"/>
            <p:cNvSpPr/>
            <p:nvPr/>
          </p:nvSpPr>
          <p:spPr>
            <a:xfrm>
              <a:off x="0" y="0"/>
              <a:ext cx="8656200" cy="951000"/>
            </a:xfrm>
            <a:custGeom>
              <a:avLst/>
              <a:gdLst/>
              <a:ahLst/>
              <a:cxnLst/>
              <a:rect l="l" t="t" r="r" b="b"/>
              <a:pathLst>
                <a:path w="8656200" h="951000">
                  <a:moveTo>
                    <a:pt x="0" y="0"/>
                  </a:moveTo>
                  <a:lnTo>
                    <a:pt x="8656200" y="0"/>
                  </a:lnTo>
                  <a:lnTo>
                    <a:pt x="8656200" y="951000"/>
                  </a:lnTo>
                  <a:lnTo>
                    <a:pt x="0" y="9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7356" b="-127357"/>
              </a:stretch>
            </a:blipFill>
          </p:spPr>
        </p:sp>
        <p:sp>
          <p:nvSpPr>
            <p:cNvPr id="81" name="TextBox 81"/>
            <p:cNvSpPr txBox="1"/>
            <p:nvPr/>
          </p:nvSpPr>
          <p:spPr>
            <a:xfrm>
              <a:off x="0" y="-47625"/>
              <a:ext cx="8656206" cy="99862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Делегируйте ИИ, не только людям</a:t>
              </a:r>
            </a:p>
          </p:txBody>
        </p:sp>
      </p:grpSp>
      <p:grpSp>
        <p:nvGrpSpPr>
          <p:cNvPr id="82" name="Group 82"/>
          <p:cNvGrpSpPr/>
          <p:nvPr/>
        </p:nvGrpSpPr>
        <p:grpSpPr>
          <a:xfrm>
            <a:off x="895350" y="8612886"/>
            <a:ext cx="17137647" cy="1355246"/>
            <a:chOff x="0" y="0"/>
            <a:chExt cx="22850196" cy="1806994"/>
          </a:xfrm>
        </p:grpSpPr>
        <p:sp>
          <p:nvSpPr>
            <p:cNvPr id="83" name="Freeform 83"/>
            <p:cNvSpPr/>
            <p:nvPr/>
          </p:nvSpPr>
          <p:spPr>
            <a:xfrm>
              <a:off x="0" y="0"/>
              <a:ext cx="22850222" cy="1806956"/>
            </a:xfrm>
            <a:custGeom>
              <a:avLst/>
              <a:gdLst/>
              <a:ahLst/>
              <a:cxnLst/>
              <a:rect l="l" t="t" r="r" b="b"/>
              <a:pathLst>
                <a:path w="22850222" h="1806956">
                  <a:moveTo>
                    <a:pt x="0" y="200787"/>
                  </a:moveTo>
                  <a:cubicBezTo>
                    <a:pt x="0" y="89916"/>
                    <a:pt x="89916" y="0"/>
                    <a:pt x="200787" y="0"/>
                  </a:cubicBezTo>
                  <a:lnTo>
                    <a:pt x="22649435" y="0"/>
                  </a:lnTo>
                  <a:cubicBezTo>
                    <a:pt x="22760305" y="0"/>
                    <a:pt x="22850222" y="89916"/>
                    <a:pt x="22850222" y="200787"/>
                  </a:cubicBezTo>
                  <a:lnTo>
                    <a:pt x="22850222" y="1606169"/>
                  </a:lnTo>
                  <a:cubicBezTo>
                    <a:pt x="22850222" y="1717040"/>
                    <a:pt x="22760305" y="1806956"/>
                    <a:pt x="22649435" y="1806956"/>
                  </a:cubicBezTo>
                  <a:lnTo>
                    <a:pt x="200787" y="1806956"/>
                  </a:lnTo>
                  <a:cubicBezTo>
                    <a:pt x="89916" y="1806956"/>
                    <a:pt x="0" y="1717167"/>
                    <a:pt x="0" y="1606169"/>
                  </a:cubicBezTo>
                  <a:close/>
                </a:path>
              </a:pathLst>
            </a:custGeom>
            <a:solidFill>
              <a:srgbClr val="2D1B4E"/>
            </a:solidFill>
            <a:ln w="38100" cap="sq">
              <a:solidFill>
                <a:srgbClr val="7C3AED"/>
              </a:solidFill>
              <a:prstDash val="solid"/>
              <a:miter/>
            </a:ln>
          </p:spPr>
        </p:sp>
      </p:grpSp>
      <p:grpSp>
        <p:nvGrpSpPr>
          <p:cNvPr id="84" name="Group 84"/>
          <p:cNvGrpSpPr/>
          <p:nvPr/>
        </p:nvGrpSpPr>
        <p:grpSpPr>
          <a:xfrm>
            <a:off x="1371600" y="8631936"/>
            <a:ext cx="15727947" cy="1317146"/>
            <a:chOff x="0" y="0"/>
            <a:chExt cx="20970596" cy="1756194"/>
          </a:xfrm>
        </p:grpSpPr>
        <p:sp>
          <p:nvSpPr>
            <p:cNvPr id="85" name="Freeform 85"/>
            <p:cNvSpPr/>
            <p:nvPr/>
          </p:nvSpPr>
          <p:spPr>
            <a:xfrm>
              <a:off x="0" y="0"/>
              <a:ext cx="20970601" cy="1756200"/>
            </a:xfrm>
            <a:custGeom>
              <a:avLst/>
              <a:gdLst/>
              <a:ahLst/>
              <a:cxnLst/>
              <a:rect l="l" t="t" r="r" b="b"/>
              <a:pathLst>
                <a:path w="20970601" h="1756200">
                  <a:moveTo>
                    <a:pt x="0" y="0"/>
                  </a:moveTo>
                  <a:lnTo>
                    <a:pt x="20970601" y="0"/>
                  </a:lnTo>
                  <a:lnTo>
                    <a:pt x="20970601" y="1756200"/>
                  </a:lnTo>
                  <a:lnTo>
                    <a:pt x="0" y="1756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82668" b="-182668"/>
              </a:stretch>
            </a:blipFill>
          </p:spPr>
        </p:sp>
        <p:sp>
          <p:nvSpPr>
            <p:cNvPr id="86" name="TextBox 86"/>
            <p:cNvSpPr txBox="1"/>
            <p:nvPr/>
          </p:nvSpPr>
          <p:spPr>
            <a:xfrm>
              <a:off x="0" y="-66675"/>
              <a:ext cx="20970596" cy="182286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320"/>
                </a:lnSpc>
              </a:pPr>
              <a:r>
                <a:rPr lang="en-US" sz="36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И главное — </a:t>
              </a:r>
              <a:r>
                <a:rPr lang="en-US" sz="3600" b="1">
                  <a:solidFill>
                    <a:srgbClr val="A855F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вы создадите свой первый проект.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573000" y="-2857500"/>
            <a:ext cx="8572500" cy="8572500"/>
            <a:chOff x="0" y="0"/>
            <a:chExt cx="11430000" cy="114300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11430000" cy="11430000"/>
            </a:xfrm>
            <a:custGeom>
              <a:avLst/>
              <a:gdLst/>
              <a:ahLst/>
              <a:cxnLst/>
              <a:rect l="l" t="t" r="r" b="b"/>
              <a:pathLst>
                <a:path w="11430000" h="11430000">
                  <a:moveTo>
                    <a:pt x="0" y="0"/>
                  </a:moveTo>
                  <a:lnTo>
                    <a:pt x="11430000" y="0"/>
                  </a:lnTo>
                  <a:lnTo>
                    <a:pt x="11430000" y="11430000"/>
                  </a:lnTo>
                  <a:lnTo>
                    <a:pt x="0" y="11430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857250" y="1557338"/>
            <a:ext cx="5333924" cy="3936206"/>
            <a:chOff x="0" y="0"/>
            <a:chExt cx="7111898" cy="5248275"/>
          </a:xfrm>
        </p:grpSpPr>
        <p:sp>
          <p:nvSpPr>
            <p:cNvPr id="5" name="Freeform 5" descr="image.png"/>
            <p:cNvSpPr/>
            <p:nvPr/>
          </p:nvSpPr>
          <p:spPr>
            <a:xfrm>
              <a:off x="0" y="0"/>
              <a:ext cx="7111873" cy="5248275"/>
            </a:xfrm>
            <a:custGeom>
              <a:avLst/>
              <a:gdLst/>
              <a:ahLst/>
              <a:cxnLst/>
              <a:rect l="l" t="t" r="r" b="b"/>
              <a:pathLst>
                <a:path w="7111873" h="5248275">
                  <a:moveTo>
                    <a:pt x="0" y="0"/>
                  </a:moveTo>
                  <a:lnTo>
                    <a:pt x="7111873" y="0"/>
                  </a:lnTo>
                  <a:lnTo>
                    <a:pt x="7111873" y="5248275"/>
                  </a:lnTo>
                  <a:lnTo>
                    <a:pt x="0" y="52482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-1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6476924" y="1557338"/>
            <a:ext cx="5333924" cy="3936206"/>
            <a:chOff x="0" y="0"/>
            <a:chExt cx="7111898" cy="5248275"/>
          </a:xfrm>
        </p:grpSpPr>
        <p:sp>
          <p:nvSpPr>
            <p:cNvPr id="7" name="Freeform 7" descr="image.png"/>
            <p:cNvSpPr/>
            <p:nvPr/>
          </p:nvSpPr>
          <p:spPr>
            <a:xfrm>
              <a:off x="0" y="0"/>
              <a:ext cx="7111873" cy="5248275"/>
            </a:xfrm>
            <a:custGeom>
              <a:avLst/>
              <a:gdLst/>
              <a:ahLst/>
              <a:cxnLst/>
              <a:rect l="l" t="t" r="r" b="b"/>
              <a:pathLst>
                <a:path w="7111873" h="5248275">
                  <a:moveTo>
                    <a:pt x="0" y="0"/>
                  </a:moveTo>
                  <a:lnTo>
                    <a:pt x="7111873" y="0"/>
                  </a:lnTo>
                  <a:lnTo>
                    <a:pt x="7111873" y="5248275"/>
                  </a:lnTo>
                  <a:lnTo>
                    <a:pt x="0" y="52482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b="-1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12096598" y="1557338"/>
            <a:ext cx="5334152" cy="3936206"/>
            <a:chOff x="0" y="0"/>
            <a:chExt cx="7112203" cy="5248275"/>
          </a:xfrm>
        </p:grpSpPr>
        <p:sp>
          <p:nvSpPr>
            <p:cNvPr id="9" name="Freeform 9" descr="image.png"/>
            <p:cNvSpPr/>
            <p:nvPr/>
          </p:nvSpPr>
          <p:spPr>
            <a:xfrm>
              <a:off x="0" y="0"/>
              <a:ext cx="7112254" cy="5248275"/>
            </a:xfrm>
            <a:custGeom>
              <a:avLst/>
              <a:gdLst/>
              <a:ahLst/>
              <a:cxnLst/>
              <a:rect l="l" t="t" r="r" b="b"/>
              <a:pathLst>
                <a:path w="7112254" h="5248275">
                  <a:moveTo>
                    <a:pt x="0" y="0"/>
                  </a:moveTo>
                  <a:lnTo>
                    <a:pt x="7112254" y="0"/>
                  </a:lnTo>
                  <a:lnTo>
                    <a:pt x="7112254" y="5248275"/>
                  </a:lnTo>
                  <a:lnTo>
                    <a:pt x="0" y="52482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b="-5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857250" y="5779294"/>
            <a:ext cx="5333924" cy="3936206"/>
            <a:chOff x="0" y="0"/>
            <a:chExt cx="7111898" cy="5248275"/>
          </a:xfrm>
        </p:grpSpPr>
        <p:sp>
          <p:nvSpPr>
            <p:cNvPr id="11" name="Freeform 11" descr="image.png"/>
            <p:cNvSpPr/>
            <p:nvPr/>
          </p:nvSpPr>
          <p:spPr>
            <a:xfrm>
              <a:off x="0" y="0"/>
              <a:ext cx="7111873" cy="5248275"/>
            </a:xfrm>
            <a:custGeom>
              <a:avLst/>
              <a:gdLst/>
              <a:ahLst/>
              <a:cxnLst/>
              <a:rect l="l" t="t" r="r" b="b"/>
              <a:pathLst>
                <a:path w="7111873" h="5248275">
                  <a:moveTo>
                    <a:pt x="0" y="0"/>
                  </a:moveTo>
                  <a:lnTo>
                    <a:pt x="7111873" y="0"/>
                  </a:lnTo>
                  <a:lnTo>
                    <a:pt x="7111873" y="5248275"/>
                  </a:lnTo>
                  <a:lnTo>
                    <a:pt x="0" y="52482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b="-1"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6476924" y="5779294"/>
            <a:ext cx="5333924" cy="3936206"/>
            <a:chOff x="0" y="0"/>
            <a:chExt cx="7111898" cy="5248275"/>
          </a:xfrm>
        </p:grpSpPr>
        <p:sp>
          <p:nvSpPr>
            <p:cNvPr id="13" name="Freeform 13" descr="image.png"/>
            <p:cNvSpPr/>
            <p:nvPr/>
          </p:nvSpPr>
          <p:spPr>
            <a:xfrm>
              <a:off x="0" y="0"/>
              <a:ext cx="7111873" cy="5248275"/>
            </a:xfrm>
            <a:custGeom>
              <a:avLst/>
              <a:gdLst/>
              <a:ahLst/>
              <a:cxnLst/>
              <a:rect l="l" t="t" r="r" b="b"/>
              <a:pathLst>
                <a:path w="7111873" h="5248275">
                  <a:moveTo>
                    <a:pt x="0" y="0"/>
                  </a:moveTo>
                  <a:lnTo>
                    <a:pt x="7111873" y="0"/>
                  </a:lnTo>
                  <a:lnTo>
                    <a:pt x="7111873" y="5248275"/>
                  </a:lnTo>
                  <a:lnTo>
                    <a:pt x="0" y="52482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b="-1"/>
              </a:stretch>
            </a:blipFill>
          </p:spPr>
        </p:sp>
      </p:grpSp>
      <p:grpSp>
        <p:nvGrpSpPr>
          <p:cNvPr id="14" name="Group 14"/>
          <p:cNvGrpSpPr/>
          <p:nvPr/>
        </p:nvGrpSpPr>
        <p:grpSpPr>
          <a:xfrm>
            <a:off x="12096598" y="5779294"/>
            <a:ext cx="5334152" cy="3936206"/>
            <a:chOff x="0" y="0"/>
            <a:chExt cx="7112203" cy="5248275"/>
          </a:xfrm>
        </p:grpSpPr>
        <p:sp>
          <p:nvSpPr>
            <p:cNvPr id="15" name="Freeform 15" descr="image.png"/>
            <p:cNvSpPr/>
            <p:nvPr/>
          </p:nvSpPr>
          <p:spPr>
            <a:xfrm>
              <a:off x="0" y="0"/>
              <a:ext cx="7112254" cy="5248275"/>
            </a:xfrm>
            <a:custGeom>
              <a:avLst/>
              <a:gdLst/>
              <a:ahLst/>
              <a:cxnLst/>
              <a:rect l="l" t="t" r="r" b="b"/>
              <a:pathLst>
                <a:path w="7112254" h="5248275">
                  <a:moveTo>
                    <a:pt x="0" y="0"/>
                  </a:moveTo>
                  <a:lnTo>
                    <a:pt x="7112254" y="0"/>
                  </a:lnTo>
                  <a:lnTo>
                    <a:pt x="7112254" y="5248275"/>
                  </a:lnTo>
                  <a:lnTo>
                    <a:pt x="0" y="52482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b="-5"/>
              </a:stretch>
            </a:blipFill>
          </p:spPr>
        </p:sp>
      </p:grpSp>
      <p:grpSp>
        <p:nvGrpSpPr>
          <p:cNvPr id="16" name="Group 16"/>
          <p:cNvGrpSpPr/>
          <p:nvPr/>
        </p:nvGrpSpPr>
        <p:grpSpPr>
          <a:xfrm>
            <a:off x="871538" y="1571625"/>
            <a:ext cx="5305349" cy="2000250"/>
            <a:chOff x="0" y="0"/>
            <a:chExt cx="7073798" cy="2667000"/>
          </a:xfrm>
        </p:grpSpPr>
        <p:sp>
          <p:nvSpPr>
            <p:cNvPr id="17" name="Freeform 17" descr="image.png"/>
            <p:cNvSpPr/>
            <p:nvPr/>
          </p:nvSpPr>
          <p:spPr>
            <a:xfrm>
              <a:off x="0" y="0"/>
              <a:ext cx="7073773" cy="2667000"/>
            </a:xfrm>
            <a:custGeom>
              <a:avLst/>
              <a:gdLst/>
              <a:ahLst/>
              <a:cxnLst/>
              <a:rect l="l" t="t" r="r" b="b"/>
              <a:pathLst>
                <a:path w="7073773" h="2667000">
                  <a:moveTo>
                    <a:pt x="0" y="0"/>
                  </a:moveTo>
                  <a:lnTo>
                    <a:pt x="7073773" y="0"/>
                  </a:lnTo>
                  <a:lnTo>
                    <a:pt x="7073773" y="2667000"/>
                  </a:lnTo>
                  <a:lnTo>
                    <a:pt x="0" y="2667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r="-719"/>
              </a:stretch>
            </a:blipFill>
          </p:spPr>
        </p:sp>
      </p:grpSp>
      <p:grpSp>
        <p:nvGrpSpPr>
          <p:cNvPr id="18" name="Group 18"/>
          <p:cNvGrpSpPr/>
          <p:nvPr/>
        </p:nvGrpSpPr>
        <p:grpSpPr>
          <a:xfrm>
            <a:off x="6491211" y="1571625"/>
            <a:ext cx="5305349" cy="2000250"/>
            <a:chOff x="0" y="0"/>
            <a:chExt cx="7073798" cy="2667000"/>
          </a:xfrm>
        </p:grpSpPr>
        <p:sp>
          <p:nvSpPr>
            <p:cNvPr id="19" name="Freeform 19" descr="image.png"/>
            <p:cNvSpPr/>
            <p:nvPr/>
          </p:nvSpPr>
          <p:spPr>
            <a:xfrm>
              <a:off x="0" y="0"/>
              <a:ext cx="7073773" cy="2667000"/>
            </a:xfrm>
            <a:custGeom>
              <a:avLst/>
              <a:gdLst/>
              <a:ahLst/>
              <a:cxnLst/>
              <a:rect l="l" t="t" r="r" b="b"/>
              <a:pathLst>
                <a:path w="7073773" h="2667000">
                  <a:moveTo>
                    <a:pt x="0" y="0"/>
                  </a:moveTo>
                  <a:lnTo>
                    <a:pt x="7073773" y="0"/>
                  </a:lnTo>
                  <a:lnTo>
                    <a:pt x="7073773" y="2667000"/>
                  </a:lnTo>
                  <a:lnTo>
                    <a:pt x="0" y="2667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r="-719"/>
              </a:stretch>
            </a:blipFill>
          </p:spPr>
        </p:sp>
      </p:grpSp>
      <p:grpSp>
        <p:nvGrpSpPr>
          <p:cNvPr id="20" name="Group 20"/>
          <p:cNvGrpSpPr/>
          <p:nvPr/>
        </p:nvGrpSpPr>
        <p:grpSpPr>
          <a:xfrm>
            <a:off x="12110885" y="1571625"/>
            <a:ext cx="5305577" cy="2000250"/>
            <a:chOff x="0" y="0"/>
            <a:chExt cx="7074103" cy="2667000"/>
          </a:xfrm>
        </p:grpSpPr>
        <p:sp>
          <p:nvSpPr>
            <p:cNvPr id="21" name="Freeform 21" descr="image.png"/>
            <p:cNvSpPr/>
            <p:nvPr/>
          </p:nvSpPr>
          <p:spPr>
            <a:xfrm>
              <a:off x="0" y="0"/>
              <a:ext cx="7074154" cy="2667000"/>
            </a:xfrm>
            <a:custGeom>
              <a:avLst/>
              <a:gdLst/>
              <a:ahLst/>
              <a:cxnLst/>
              <a:rect l="l" t="t" r="r" b="b"/>
              <a:pathLst>
                <a:path w="7074154" h="2667000">
                  <a:moveTo>
                    <a:pt x="0" y="0"/>
                  </a:moveTo>
                  <a:lnTo>
                    <a:pt x="7074154" y="0"/>
                  </a:lnTo>
                  <a:lnTo>
                    <a:pt x="7074154" y="2667000"/>
                  </a:lnTo>
                  <a:lnTo>
                    <a:pt x="0" y="2667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r="-714"/>
              </a:stretch>
            </a:blipFill>
          </p:spPr>
        </p:sp>
      </p:grpSp>
      <p:grpSp>
        <p:nvGrpSpPr>
          <p:cNvPr id="22" name="Group 22"/>
          <p:cNvGrpSpPr/>
          <p:nvPr/>
        </p:nvGrpSpPr>
        <p:grpSpPr>
          <a:xfrm>
            <a:off x="871538" y="5793581"/>
            <a:ext cx="5305349" cy="2000250"/>
            <a:chOff x="0" y="0"/>
            <a:chExt cx="7073798" cy="2667000"/>
          </a:xfrm>
        </p:grpSpPr>
        <p:sp>
          <p:nvSpPr>
            <p:cNvPr id="23" name="Freeform 23" descr="image.png"/>
            <p:cNvSpPr/>
            <p:nvPr/>
          </p:nvSpPr>
          <p:spPr>
            <a:xfrm>
              <a:off x="0" y="0"/>
              <a:ext cx="7073773" cy="2667000"/>
            </a:xfrm>
            <a:custGeom>
              <a:avLst/>
              <a:gdLst/>
              <a:ahLst/>
              <a:cxnLst/>
              <a:rect l="l" t="t" r="r" b="b"/>
              <a:pathLst>
                <a:path w="7073773" h="2667000">
                  <a:moveTo>
                    <a:pt x="0" y="0"/>
                  </a:moveTo>
                  <a:lnTo>
                    <a:pt x="7073773" y="0"/>
                  </a:lnTo>
                  <a:lnTo>
                    <a:pt x="7073773" y="2667000"/>
                  </a:lnTo>
                  <a:lnTo>
                    <a:pt x="0" y="2667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r="-5"/>
              </a:stretch>
            </a:blipFill>
          </p:spPr>
        </p:sp>
      </p:grpSp>
      <p:grpSp>
        <p:nvGrpSpPr>
          <p:cNvPr id="24" name="Group 24"/>
          <p:cNvGrpSpPr/>
          <p:nvPr/>
        </p:nvGrpSpPr>
        <p:grpSpPr>
          <a:xfrm>
            <a:off x="6491211" y="5793581"/>
            <a:ext cx="5305349" cy="2000250"/>
            <a:chOff x="0" y="0"/>
            <a:chExt cx="7073798" cy="2667000"/>
          </a:xfrm>
        </p:grpSpPr>
        <p:sp>
          <p:nvSpPr>
            <p:cNvPr id="25" name="Freeform 25" descr="image.png"/>
            <p:cNvSpPr/>
            <p:nvPr/>
          </p:nvSpPr>
          <p:spPr>
            <a:xfrm>
              <a:off x="0" y="0"/>
              <a:ext cx="7073773" cy="2667000"/>
            </a:xfrm>
            <a:custGeom>
              <a:avLst/>
              <a:gdLst/>
              <a:ahLst/>
              <a:cxnLst/>
              <a:rect l="l" t="t" r="r" b="b"/>
              <a:pathLst>
                <a:path w="7073773" h="2667000">
                  <a:moveTo>
                    <a:pt x="0" y="0"/>
                  </a:moveTo>
                  <a:lnTo>
                    <a:pt x="7073773" y="0"/>
                  </a:lnTo>
                  <a:lnTo>
                    <a:pt x="7073773" y="2667000"/>
                  </a:lnTo>
                  <a:lnTo>
                    <a:pt x="0" y="2667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r="-5"/>
              </a:stretch>
            </a:blipFill>
          </p:spPr>
        </p:sp>
      </p:grpSp>
      <p:grpSp>
        <p:nvGrpSpPr>
          <p:cNvPr id="26" name="Group 26"/>
          <p:cNvGrpSpPr/>
          <p:nvPr/>
        </p:nvGrpSpPr>
        <p:grpSpPr>
          <a:xfrm>
            <a:off x="12110885" y="5793581"/>
            <a:ext cx="5305577" cy="2000250"/>
            <a:chOff x="0" y="0"/>
            <a:chExt cx="7074103" cy="2667000"/>
          </a:xfrm>
        </p:grpSpPr>
        <p:sp>
          <p:nvSpPr>
            <p:cNvPr id="27" name="Freeform 27" descr="image.png"/>
            <p:cNvSpPr/>
            <p:nvPr/>
          </p:nvSpPr>
          <p:spPr>
            <a:xfrm>
              <a:off x="0" y="0"/>
              <a:ext cx="7074154" cy="2667000"/>
            </a:xfrm>
            <a:custGeom>
              <a:avLst/>
              <a:gdLst/>
              <a:ahLst/>
              <a:cxnLst/>
              <a:rect l="l" t="t" r="r" b="b"/>
              <a:pathLst>
                <a:path w="7074154" h="2667000">
                  <a:moveTo>
                    <a:pt x="0" y="0"/>
                  </a:moveTo>
                  <a:lnTo>
                    <a:pt x="7074154" y="0"/>
                  </a:lnTo>
                  <a:lnTo>
                    <a:pt x="7074154" y="2667000"/>
                  </a:lnTo>
                  <a:lnTo>
                    <a:pt x="0" y="2667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/>
              </a:stretch>
            </a:blipFill>
          </p:spPr>
        </p:sp>
      </p:grpSp>
      <p:grpSp>
        <p:nvGrpSpPr>
          <p:cNvPr id="28" name="Group 28"/>
          <p:cNvGrpSpPr/>
          <p:nvPr/>
        </p:nvGrpSpPr>
        <p:grpSpPr>
          <a:xfrm>
            <a:off x="857250" y="571500"/>
            <a:ext cx="17402404" cy="628650"/>
            <a:chOff x="0" y="0"/>
            <a:chExt cx="23203205" cy="8382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23203201" cy="838200"/>
            </a:xfrm>
            <a:custGeom>
              <a:avLst/>
              <a:gdLst/>
              <a:ahLst/>
              <a:cxnLst/>
              <a:rect l="l" t="t" r="r" b="b"/>
              <a:pathLst>
                <a:path w="23203201" h="838200">
                  <a:moveTo>
                    <a:pt x="0" y="0"/>
                  </a:moveTo>
                  <a:lnTo>
                    <a:pt x="23203201" y="0"/>
                  </a:lnTo>
                  <a:lnTo>
                    <a:pt x="23203201" y="838200"/>
                  </a:lnTo>
                  <a:lnTo>
                    <a:pt x="0" y="838200"/>
                  </a:lnTo>
                  <a:close/>
                </a:path>
              </a:pathLst>
            </a:custGeom>
            <a:blipFill>
              <a:blip r:embed="rId16">
                <a:alphaModFix amt="0"/>
              </a:blip>
              <a:stretch>
                <a:fillRect t="-489388" b="-489388"/>
              </a:stretch>
            </a:blipFill>
          </p:spPr>
        </p:sp>
        <p:sp>
          <p:nvSpPr>
            <p:cNvPr id="30" name="TextBox 30"/>
            <p:cNvSpPr txBox="1"/>
            <p:nvPr/>
          </p:nvSpPr>
          <p:spPr>
            <a:xfrm>
              <a:off x="0" y="9525"/>
              <a:ext cx="23203205" cy="8286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860"/>
                </a:lnSpc>
              </a:pPr>
              <a:r>
                <a:rPr lang="en-US" sz="4050" b="1">
                  <a:solidFill>
                    <a:srgbClr val="F8FAF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Глоссарий проекта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5816262" y="600075"/>
            <a:ext cx="257175" cy="257175"/>
            <a:chOff x="0" y="0"/>
            <a:chExt cx="342900" cy="342900"/>
          </a:xfrm>
        </p:grpSpPr>
        <p:sp>
          <p:nvSpPr>
            <p:cNvPr id="32" name="Freeform 32" descr="image.png"/>
            <p:cNvSpPr/>
            <p:nvPr/>
          </p:nvSpPr>
          <p:spPr>
            <a:xfrm>
              <a:off x="0" y="0"/>
              <a:ext cx="342900" cy="342900"/>
            </a:xfrm>
            <a:custGeom>
              <a:avLst/>
              <a:gdLst/>
              <a:ahLst/>
              <a:cxnLst/>
              <a:rect l="l" t="t" r="r" b="b"/>
              <a:pathLst>
                <a:path w="342900" h="342900">
                  <a:moveTo>
                    <a:pt x="0" y="0"/>
                  </a:moveTo>
                  <a:lnTo>
                    <a:pt x="342900" y="0"/>
                  </a:lnTo>
                  <a:lnTo>
                    <a:pt x="342900" y="342900"/>
                  </a:lnTo>
                  <a:lnTo>
                    <a:pt x="0" y="342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/>
              </a:stretch>
            </a:blipFill>
          </p:spPr>
        </p:sp>
      </p:grpSp>
      <p:sp>
        <p:nvSpPr>
          <p:cNvPr id="33" name="TextBox 33"/>
          <p:cNvSpPr txBox="1"/>
          <p:nvPr/>
        </p:nvSpPr>
        <p:spPr>
          <a:xfrm>
            <a:off x="16873538" y="571500"/>
            <a:ext cx="557098" cy="3145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1">
                <a:solidFill>
                  <a:srgbClr val="10B98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vibe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871538" y="1571625"/>
            <a:ext cx="5305349" cy="2000250"/>
            <a:chOff x="0" y="0"/>
            <a:chExt cx="7073798" cy="2667000"/>
          </a:xfrm>
        </p:grpSpPr>
        <p:sp>
          <p:nvSpPr>
            <p:cNvPr id="35" name="Freeform 35" descr="image.png"/>
            <p:cNvSpPr/>
            <p:nvPr/>
          </p:nvSpPr>
          <p:spPr>
            <a:xfrm>
              <a:off x="0" y="0"/>
              <a:ext cx="7073773" cy="2667000"/>
            </a:xfrm>
            <a:custGeom>
              <a:avLst/>
              <a:gdLst/>
              <a:ahLst/>
              <a:cxnLst/>
              <a:rect l="l" t="t" r="r" b="b"/>
              <a:pathLst>
                <a:path w="7073773" h="2667000">
                  <a:moveTo>
                    <a:pt x="0" y="0"/>
                  </a:moveTo>
                  <a:lnTo>
                    <a:pt x="7073773" y="0"/>
                  </a:lnTo>
                  <a:lnTo>
                    <a:pt x="7073773" y="2667000"/>
                  </a:lnTo>
                  <a:lnTo>
                    <a:pt x="0" y="2667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r="-719"/>
              </a:stretch>
            </a:blipFill>
          </p:spPr>
        </p:sp>
      </p:grpSp>
      <p:sp>
        <p:nvSpPr>
          <p:cNvPr id="36" name="TextBox 36"/>
          <p:cNvSpPr txBox="1"/>
          <p:nvPr/>
        </p:nvSpPr>
        <p:spPr>
          <a:xfrm>
            <a:off x="1085850" y="4138612"/>
            <a:ext cx="4876648" cy="6162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50"/>
              </a:lnSpc>
            </a:pPr>
            <a:r>
              <a:rPr lang="en-US" sz="1518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Облачный сервис для безопасного хранения и управления версиями кода вашего сайта.</a:t>
            </a:r>
          </a:p>
        </p:txBody>
      </p:sp>
      <p:grpSp>
        <p:nvGrpSpPr>
          <p:cNvPr id="37" name="Group 37"/>
          <p:cNvGrpSpPr/>
          <p:nvPr/>
        </p:nvGrpSpPr>
        <p:grpSpPr>
          <a:xfrm>
            <a:off x="6491211" y="1571625"/>
            <a:ext cx="5305349" cy="2000250"/>
            <a:chOff x="0" y="0"/>
            <a:chExt cx="7073798" cy="2667000"/>
          </a:xfrm>
        </p:grpSpPr>
        <p:sp>
          <p:nvSpPr>
            <p:cNvPr id="38" name="Freeform 38" descr="image.png"/>
            <p:cNvSpPr/>
            <p:nvPr/>
          </p:nvSpPr>
          <p:spPr>
            <a:xfrm>
              <a:off x="0" y="0"/>
              <a:ext cx="7073773" cy="2667000"/>
            </a:xfrm>
            <a:custGeom>
              <a:avLst/>
              <a:gdLst/>
              <a:ahLst/>
              <a:cxnLst/>
              <a:rect l="l" t="t" r="r" b="b"/>
              <a:pathLst>
                <a:path w="7073773" h="2667000">
                  <a:moveTo>
                    <a:pt x="0" y="0"/>
                  </a:moveTo>
                  <a:lnTo>
                    <a:pt x="7073773" y="0"/>
                  </a:lnTo>
                  <a:lnTo>
                    <a:pt x="7073773" y="2667000"/>
                  </a:lnTo>
                  <a:lnTo>
                    <a:pt x="0" y="2667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r="-719"/>
              </a:stretch>
            </a:blipFill>
          </p:spPr>
        </p:sp>
      </p:grpSp>
      <p:sp>
        <p:nvSpPr>
          <p:cNvPr id="39" name="TextBox 39"/>
          <p:cNvSpPr txBox="1"/>
          <p:nvPr/>
        </p:nvSpPr>
        <p:spPr>
          <a:xfrm>
            <a:off x="6705524" y="4138612"/>
            <a:ext cx="4876648" cy="8857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50"/>
              </a:lnSpc>
            </a:pPr>
            <a:r>
              <a:rPr lang="en-US" sz="1518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Короткое текстовое задание для ИИ, описывающее желаемый результат на обычном языке.</a:t>
            </a:r>
          </a:p>
        </p:txBody>
      </p:sp>
      <p:grpSp>
        <p:nvGrpSpPr>
          <p:cNvPr id="40" name="Group 40"/>
          <p:cNvGrpSpPr/>
          <p:nvPr/>
        </p:nvGrpSpPr>
        <p:grpSpPr>
          <a:xfrm>
            <a:off x="12110885" y="1571625"/>
            <a:ext cx="5305577" cy="2000250"/>
            <a:chOff x="0" y="0"/>
            <a:chExt cx="7074103" cy="2667000"/>
          </a:xfrm>
        </p:grpSpPr>
        <p:sp>
          <p:nvSpPr>
            <p:cNvPr id="41" name="Freeform 41" descr="image.png"/>
            <p:cNvSpPr/>
            <p:nvPr/>
          </p:nvSpPr>
          <p:spPr>
            <a:xfrm>
              <a:off x="0" y="0"/>
              <a:ext cx="7074154" cy="2667000"/>
            </a:xfrm>
            <a:custGeom>
              <a:avLst/>
              <a:gdLst/>
              <a:ahLst/>
              <a:cxnLst/>
              <a:rect l="l" t="t" r="r" b="b"/>
              <a:pathLst>
                <a:path w="7074154" h="2667000">
                  <a:moveTo>
                    <a:pt x="0" y="0"/>
                  </a:moveTo>
                  <a:lnTo>
                    <a:pt x="7074154" y="0"/>
                  </a:lnTo>
                  <a:lnTo>
                    <a:pt x="7074154" y="2667000"/>
                  </a:lnTo>
                  <a:lnTo>
                    <a:pt x="0" y="2667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r="-714"/>
              </a:stretch>
            </a:blipFill>
          </p:spPr>
        </p:sp>
      </p:grpSp>
      <p:sp>
        <p:nvSpPr>
          <p:cNvPr id="42" name="TextBox 42"/>
          <p:cNvSpPr txBox="1"/>
          <p:nvPr/>
        </p:nvSpPr>
        <p:spPr>
          <a:xfrm>
            <a:off x="12325198" y="4138612"/>
            <a:ext cx="4877095" cy="6162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50"/>
              </a:lnSpc>
            </a:pPr>
            <a:r>
              <a:rPr lang="en-US" sz="1518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Инструкция с пошаговым планом разработки, по которой работает ваш ИИ-программист.</a:t>
            </a:r>
          </a:p>
        </p:txBody>
      </p:sp>
      <p:grpSp>
        <p:nvGrpSpPr>
          <p:cNvPr id="43" name="Group 43"/>
          <p:cNvGrpSpPr/>
          <p:nvPr/>
        </p:nvGrpSpPr>
        <p:grpSpPr>
          <a:xfrm>
            <a:off x="871538" y="5793581"/>
            <a:ext cx="5305349" cy="2000250"/>
            <a:chOff x="0" y="0"/>
            <a:chExt cx="7073798" cy="2667000"/>
          </a:xfrm>
        </p:grpSpPr>
        <p:sp>
          <p:nvSpPr>
            <p:cNvPr id="44" name="Freeform 44" descr="image.png"/>
            <p:cNvSpPr/>
            <p:nvPr/>
          </p:nvSpPr>
          <p:spPr>
            <a:xfrm>
              <a:off x="0" y="0"/>
              <a:ext cx="7073773" cy="2667000"/>
            </a:xfrm>
            <a:custGeom>
              <a:avLst/>
              <a:gdLst/>
              <a:ahLst/>
              <a:cxnLst/>
              <a:rect l="l" t="t" r="r" b="b"/>
              <a:pathLst>
                <a:path w="7073773" h="2667000">
                  <a:moveTo>
                    <a:pt x="0" y="0"/>
                  </a:moveTo>
                  <a:lnTo>
                    <a:pt x="7073773" y="0"/>
                  </a:lnTo>
                  <a:lnTo>
                    <a:pt x="7073773" y="2667000"/>
                  </a:lnTo>
                  <a:lnTo>
                    <a:pt x="0" y="2667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 r="-5"/>
              </a:stretch>
            </a:blipFill>
          </p:spPr>
        </p:sp>
      </p:grpSp>
      <p:sp>
        <p:nvSpPr>
          <p:cNvPr id="45" name="TextBox 45"/>
          <p:cNvSpPr txBox="1"/>
          <p:nvPr/>
        </p:nvSpPr>
        <p:spPr>
          <a:xfrm>
            <a:off x="1085850" y="8360569"/>
            <a:ext cx="4876648" cy="8857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50"/>
              </a:lnSpc>
            </a:pPr>
            <a:r>
              <a:rPr lang="en-US" sz="1518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Интеллектуальный помощник, который умеет самостоятельно создавать и исправлять файлы проекта.</a:t>
            </a:r>
          </a:p>
        </p:txBody>
      </p:sp>
      <p:grpSp>
        <p:nvGrpSpPr>
          <p:cNvPr id="46" name="Group 46"/>
          <p:cNvGrpSpPr/>
          <p:nvPr/>
        </p:nvGrpSpPr>
        <p:grpSpPr>
          <a:xfrm>
            <a:off x="6491211" y="5793581"/>
            <a:ext cx="5305349" cy="2000250"/>
            <a:chOff x="0" y="0"/>
            <a:chExt cx="7073798" cy="2667000"/>
          </a:xfrm>
        </p:grpSpPr>
        <p:sp>
          <p:nvSpPr>
            <p:cNvPr id="47" name="Freeform 47" descr="image.png"/>
            <p:cNvSpPr/>
            <p:nvPr/>
          </p:nvSpPr>
          <p:spPr>
            <a:xfrm>
              <a:off x="0" y="0"/>
              <a:ext cx="7073773" cy="2667000"/>
            </a:xfrm>
            <a:custGeom>
              <a:avLst/>
              <a:gdLst/>
              <a:ahLst/>
              <a:cxnLst/>
              <a:rect l="l" t="t" r="r" b="b"/>
              <a:pathLst>
                <a:path w="7073773" h="2667000">
                  <a:moveTo>
                    <a:pt x="0" y="0"/>
                  </a:moveTo>
                  <a:lnTo>
                    <a:pt x="7073773" y="0"/>
                  </a:lnTo>
                  <a:lnTo>
                    <a:pt x="7073773" y="2667000"/>
                  </a:lnTo>
                  <a:lnTo>
                    <a:pt x="0" y="2667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r="-5"/>
              </a:stretch>
            </a:blipFill>
          </p:spPr>
        </p:sp>
      </p:grpSp>
      <p:sp>
        <p:nvSpPr>
          <p:cNvPr id="48" name="TextBox 48"/>
          <p:cNvSpPr txBox="1"/>
          <p:nvPr/>
        </p:nvSpPr>
        <p:spPr>
          <a:xfrm>
            <a:off x="6705524" y="8360569"/>
            <a:ext cx="4876648" cy="8857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50"/>
              </a:lnSpc>
            </a:pPr>
            <a:r>
              <a:rPr lang="en-US" sz="1518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Первая простая версия продукта с минимальными функциями для проверки вашей бизнес-идеи.</a:t>
            </a:r>
          </a:p>
        </p:txBody>
      </p:sp>
      <p:grpSp>
        <p:nvGrpSpPr>
          <p:cNvPr id="49" name="Group 49"/>
          <p:cNvGrpSpPr/>
          <p:nvPr/>
        </p:nvGrpSpPr>
        <p:grpSpPr>
          <a:xfrm>
            <a:off x="12110885" y="5793581"/>
            <a:ext cx="5305577" cy="2000250"/>
            <a:chOff x="0" y="0"/>
            <a:chExt cx="7074103" cy="2667000"/>
          </a:xfrm>
        </p:grpSpPr>
        <p:sp>
          <p:nvSpPr>
            <p:cNvPr id="50" name="Freeform 50" descr="image.png"/>
            <p:cNvSpPr/>
            <p:nvPr/>
          </p:nvSpPr>
          <p:spPr>
            <a:xfrm>
              <a:off x="0" y="0"/>
              <a:ext cx="7074154" cy="2667000"/>
            </a:xfrm>
            <a:custGeom>
              <a:avLst/>
              <a:gdLst/>
              <a:ahLst/>
              <a:cxnLst/>
              <a:rect l="l" t="t" r="r" b="b"/>
              <a:pathLst>
                <a:path w="7074154" h="2667000">
                  <a:moveTo>
                    <a:pt x="0" y="0"/>
                  </a:moveTo>
                  <a:lnTo>
                    <a:pt x="7074154" y="0"/>
                  </a:lnTo>
                  <a:lnTo>
                    <a:pt x="7074154" y="2667000"/>
                  </a:lnTo>
                  <a:lnTo>
                    <a:pt x="0" y="2667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3"/>
              <a:stretch>
                <a:fillRect/>
              </a:stretch>
            </a:blipFill>
          </p:spPr>
        </p:sp>
      </p:grpSp>
      <p:sp>
        <p:nvSpPr>
          <p:cNvPr id="51" name="TextBox 51"/>
          <p:cNvSpPr txBox="1"/>
          <p:nvPr/>
        </p:nvSpPr>
        <p:spPr>
          <a:xfrm>
            <a:off x="12325198" y="8360569"/>
            <a:ext cx="4877095" cy="6162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50"/>
              </a:lnSpc>
            </a:pPr>
            <a:r>
              <a:rPr lang="en-US" sz="1518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Набор данных и истории чата, который помогает ИИ лучше понимать текущую задачу.</a:t>
            </a:r>
          </a:p>
        </p:txBody>
      </p:sp>
      <p:grpSp>
        <p:nvGrpSpPr>
          <p:cNvPr id="52" name="Group 52"/>
          <p:cNvGrpSpPr/>
          <p:nvPr/>
        </p:nvGrpSpPr>
        <p:grpSpPr>
          <a:xfrm>
            <a:off x="1085850" y="3814762"/>
            <a:ext cx="242888" cy="257175"/>
            <a:chOff x="0" y="0"/>
            <a:chExt cx="323850" cy="342900"/>
          </a:xfrm>
        </p:grpSpPr>
        <p:sp>
          <p:nvSpPr>
            <p:cNvPr id="53" name="Freeform 53" descr="image.png"/>
            <p:cNvSpPr/>
            <p:nvPr/>
          </p:nvSpPr>
          <p:spPr>
            <a:xfrm>
              <a:off x="0" y="0"/>
              <a:ext cx="323850" cy="342900"/>
            </a:xfrm>
            <a:custGeom>
              <a:avLst/>
              <a:gdLst/>
              <a:ahLst/>
              <a:cxnLst/>
              <a:rect l="l" t="t" r="r" b="b"/>
              <a:pathLst>
                <a:path w="323850" h="342900">
                  <a:moveTo>
                    <a:pt x="0" y="0"/>
                  </a:moveTo>
                  <a:lnTo>
                    <a:pt x="323850" y="0"/>
                  </a:lnTo>
                  <a:lnTo>
                    <a:pt x="323850" y="342900"/>
                  </a:lnTo>
                  <a:lnTo>
                    <a:pt x="0" y="342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/>
              <a:stretch>
                <a:fillRect/>
              </a:stretch>
            </a:blipFill>
          </p:spPr>
        </p:sp>
      </p:grpSp>
      <p:sp>
        <p:nvSpPr>
          <p:cNvPr id="54" name="TextBox 54"/>
          <p:cNvSpPr txBox="1"/>
          <p:nvPr/>
        </p:nvSpPr>
        <p:spPr>
          <a:xfrm>
            <a:off x="1471612" y="3786188"/>
            <a:ext cx="990000" cy="3145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GitHub</a:t>
            </a:r>
          </a:p>
        </p:txBody>
      </p:sp>
      <p:grpSp>
        <p:nvGrpSpPr>
          <p:cNvPr id="55" name="Group 55"/>
          <p:cNvGrpSpPr/>
          <p:nvPr/>
        </p:nvGrpSpPr>
        <p:grpSpPr>
          <a:xfrm>
            <a:off x="6705524" y="3814762"/>
            <a:ext cx="285750" cy="257175"/>
            <a:chOff x="0" y="0"/>
            <a:chExt cx="381000" cy="342900"/>
          </a:xfrm>
        </p:grpSpPr>
        <p:sp>
          <p:nvSpPr>
            <p:cNvPr id="56" name="Freeform 56" descr="image.png"/>
            <p:cNvSpPr/>
            <p:nvPr/>
          </p:nvSpPr>
          <p:spPr>
            <a:xfrm>
              <a:off x="0" y="0"/>
              <a:ext cx="381000" cy="342900"/>
            </a:xfrm>
            <a:custGeom>
              <a:avLst/>
              <a:gdLst/>
              <a:ahLst/>
              <a:cxnLst/>
              <a:rect l="l" t="t" r="r" b="b"/>
              <a:pathLst>
                <a:path w="381000" h="342900">
                  <a:moveTo>
                    <a:pt x="0" y="0"/>
                  </a:moveTo>
                  <a:lnTo>
                    <a:pt x="381000" y="0"/>
                  </a:lnTo>
                  <a:lnTo>
                    <a:pt x="381000" y="342900"/>
                  </a:lnTo>
                  <a:lnTo>
                    <a:pt x="0" y="342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/>
              <a:stretch>
                <a:fillRect r="-5000"/>
              </a:stretch>
            </a:blipFill>
          </p:spPr>
        </p:sp>
      </p:grpSp>
      <p:sp>
        <p:nvSpPr>
          <p:cNvPr id="57" name="TextBox 57"/>
          <p:cNvSpPr txBox="1"/>
          <p:nvPr/>
        </p:nvSpPr>
        <p:spPr>
          <a:xfrm>
            <a:off x="7134149" y="3786188"/>
            <a:ext cx="960301" cy="3145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Промт</a:t>
            </a:r>
          </a:p>
        </p:txBody>
      </p:sp>
      <p:grpSp>
        <p:nvGrpSpPr>
          <p:cNvPr id="58" name="Group 58"/>
          <p:cNvGrpSpPr/>
          <p:nvPr/>
        </p:nvGrpSpPr>
        <p:grpSpPr>
          <a:xfrm>
            <a:off x="12325198" y="3814762"/>
            <a:ext cx="200025" cy="257175"/>
            <a:chOff x="0" y="0"/>
            <a:chExt cx="266700" cy="342900"/>
          </a:xfrm>
        </p:grpSpPr>
        <p:sp>
          <p:nvSpPr>
            <p:cNvPr id="59" name="Freeform 59" descr="image.png"/>
            <p:cNvSpPr/>
            <p:nvPr/>
          </p:nvSpPr>
          <p:spPr>
            <a:xfrm>
              <a:off x="0" y="0"/>
              <a:ext cx="266700" cy="342900"/>
            </a:xfrm>
            <a:custGeom>
              <a:avLst/>
              <a:gdLst/>
              <a:ahLst/>
              <a:cxnLst/>
              <a:rect l="l" t="t" r="r" b="b"/>
              <a:pathLst>
                <a:path w="266700" h="342900">
                  <a:moveTo>
                    <a:pt x="0" y="0"/>
                  </a:moveTo>
                  <a:lnTo>
                    <a:pt x="266700" y="0"/>
                  </a:lnTo>
                  <a:lnTo>
                    <a:pt x="266700" y="342900"/>
                  </a:lnTo>
                  <a:lnTo>
                    <a:pt x="0" y="342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6"/>
              <a:stretch>
                <a:fillRect r="-7142"/>
              </a:stretch>
            </a:blipFill>
          </p:spPr>
        </p:sp>
      </p:grpSp>
      <p:sp>
        <p:nvSpPr>
          <p:cNvPr id="60" name="TextBox 60"/>
          <p:cNvSpPr txBox="1"/>
          <p:nvPr/>
        </p:nvSpPr>
        <p:spPr>
          <a:xfrm>
            <a:off x="12668098" y="3786188"/>
            <a:ext cx="1155154" cy="3145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PRD.md</a:t>
            </a:r>
          </a:p>
        </p:txBody>
      </p:sp>
      <p:grpSp>
        <p:nvGrpSpPr>
          <p:cNvPr id="61" name="Group 61"/>
          <p:cNvGrpSpPr/>
          <p:nvPr/>
        </p:nvGrpSpPr>
        <p:grpSpPr>
          <a:xfrm>
            <a:off x="1085850" y="8036719"/>
            <a:ext cx="328612" cy="257175"/>
            <a:chOff x="0" y="0"/>
            <a:chExt cx="438150" cy="342900"/>
          </a:xfrm>
        </p:grpSpPr>
        <p:sp>
          <p:nvSpPr>
            <p:cNvPr id="62" name="Freeform 62" descr="image.png"/>
            <p:cNvSpPr/>
            <p:nvPr/>
          </p:nvSpPr>
          <p:spPr>
            <a:xfrm>
              <a:off x="0" y="0"/>
              <a:ext cx="438150" cy="342900"/>
            </a:xfrm>
            <a:custGeom>
              <a:avLst/>
              <a:gdLst/>
              <a:ahLst/>
              <a:cxnLst/>
              <a:rect l="l" t="t" r="r" b="b"/>
              <a:pathLst>
                <a:path w="438150" h="342900">
                  <a:moveTo>
                    <a:pt x="0" y="0"/>
                  </a:moveTo>
                  <a:lnTo>
                    <a:pt x="438150" y="0"/>
                  </a:lnTo>
                  <a:lnTo>
                    <a:pt x="438150" y="342900"/>
                  </a:lnTo>
                  <a:lnTo>
                    <a:pt x="0" y="342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7"/>
              <a:stretch>
                <a:fillRect b="-5555"/>
              </a:stretch>
            </a:blipFill>
          </p:spPr>
        </p:sp>
      </p:grpSp>
      <p:sp>
        <p:nvSpPr>
          <p:cNvPr id="63" name="TextBox 63"/>
          <p:cNvSpPr txBox="1"/>
          <p:nvPr/>
        </p:nvSpPr>
        <p:spPr>
          <a:xfrm>
            <a:off x="1557338" y="8008144"/>
            <a:ext cx="1755000" cy="3145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Claude Code</a:t>
            </a:r>
          </a:p>
        </p:txBody>
      </p:sp>
      <p:grpSp>
        <p:nvGrpSpPr>
          <p:cNvPr id="64" name="Group 64"/>
          <p:cNvGrpSpPr/>
          <p:nvPr/>
        </p:nvGrpSpPr>
        <p:grpSpPr>
          <a:xfrm>
            <a:off x="6705524" y="8036719"/>
            <a:ext cx="257175" cy="257175"/>
            <a:chOff x="0" y="0"/>
            <a:chExt cx="342900" cy="342900"/>
          </a:xfrm>
        </p:grpSpPr>
        <p:sp>
          <p:nvSpPr>
            <p:cNvPr id="65" name="Freeform 65" descr="image.png"/>
            <p:cNvSpPr/>
            <p:nvPr/>
          </p:nvSpPr>
          <p:spPr>
            <a:xfrm>
              <a:off x="0" y="0"/>
              <a:ext cx="342900" cy="342900"/>
            </a:xfrm>
            <a:custGeom>
              <a:avLst/>
              <a:gdLst/>
              <a:ahLst/>
              <a:cxnLst/>
              <a:rect l="l" t="t" r="r" b="b"/>
              <a:pathLst>
                <a:path w="342900" h="342900">
                  <a:moveTo>
                    <a:pt x="0" y="0"/>
                  </a:moveTo>
                  <a:lnTo>
                    <a:pt x="342900" y="0"/>
                  </a:lnTo>
                  <a:lnTo>
                    <a:pt x="342900" y="342900"/>
                  </a:lnTo>
                  <a:lnTo>
                    <a:pt x="0" y="342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8"/>
              <a:stretch>
                <a:fillRect/>
              </a:stretch>
            </a:blipFill>
          </p:spPr>
        </p:sp>
      </p:grpSp>
      <p:sp>
        <p:nvSpPr>
          <p:cNvPr id="66" name="TextBox 66"/>
          <p:cNvSpPr txBox="1"/>
          <p:nvPr/>
        </p:nvSpPr>
        <p:spPr>
          <a:xfrm>
            <a:off x="7105574" y="8008144"/>
            <a:ext cx="645300" cy="3145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MVP</a:t>
            </a:r>
          </a:p>
        </p:txBody>
      </p:sp>
      <p:grpSp>
        <p:nvGrpSpPr>
          <p:cNvPr id="67" name="Group 67"/>
          <p:cNvGrpSpPr/>
          <p:nvPr/>
        </p:nvGrpSpPr>
        <p:grpSpPr>
          <a:xfrm>
            <a:off x="12325198" y="8036719"/>
            <a:ext cx="257175" cy="257175"/>
            <a:chOff x="0" y="0"/>
            <a:chExt cx="342900" cy="342900"/>
          </a:xfrm>
        </p:grpSpPr>
        <p:sp>
          <p:nvSpPr>
            <p:cNvPr id="68" name="Freeform 68" descr="image.png"/>
            <p:cNvSpPr/>
            <p:nvPr/>
          </p:nvSpPr>
          <p:spPr>
            <a:xfrm>
              <a:off x="0" y="0"/>
              <a:ext cx="342900" cy="342900"/>
            </a:xfrm>
            <a:custGeom>
              <a:avLst/>
              <a:gdLst/>
              <a:ahLst/>
              <a:cxnLst/>
              <a:rect l="l" t="t" r="r" b="b"/>
              <a:pathLst>
                <a:path w="342900" h="342900">
                  <a:moveTo>
                    <a:pt x="0" y="0"/>
                  </a:moveTo>
                  <a:lnTo>
                    <a:pt x="342900" y="0"/>
                  </a:lnTo>
                  <a:lnTo>
                    <a:pt x="342900" y="342900"/>
                  </a:lnTo>
                  <a:lnTo>
                    <a:pt x="0" y="342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9"/>
              <a:stretch>
                <a:fillRect/>
              </a:stretch>
            </a:blipFill>
          </p:spPr>
        </p:sp>
      </p:grpSp>
      <p:sp>
        <p:nvSpPr>
          <p:cNvPr id="69" name="TextBox 69"/>
          <p:cNvSpPr txBox="1"/>
          <p:nvPr/>
        </p:nvSpPr>
        <p:spPr>
          <a:xfrm>
            <a:off x="12725248" y="8008144"/>
            <a:ext cx="1365304" cy="3145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Контекст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7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097280" y="-1097280"/>
            <a:ext cx="4572000" cy="4572000"/>
            <a:chOff x="0" y="0"/>
            <a:chExt cx="6096000" cy="609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096000" cy="6096000"/>
            </a:xfrm>
            <a:custGeom>
              <a:avLst/>
              <a:gdLst/>
              <a:ahLst/>
              <a:cxnLst/>
              <a:rect l="l" t="t" r="r" b="b"/>
              <a:pathLst>
                <a:path w="6096000" h="6096000">
                  <a:moveTo>
                    <a:pt x="0" y="3048000"/>
                  </a:moveTo>
                  <a:cubicBezTo>
                    <a:pt x="0" y="1364615"/>
                    <a:pt x="1364615" y="0"/>
                    <a:pt x="3048000" y="0"/>
                  </a:cubicBezTo>
                  <a:cubicBezTo>
                    <a:pt x="4731385" y="0"/>
                    <a:pt x="6096000" y="1364615"/>
                    <a:pt x="6096000" y="3048000"/>
                  </a:cubicBezTo>
                  <a:cubicBezTo>
                    <a:pt x="6096000" y="4731385"/>
                    <a:pt x="4731385" y="6096000"/>
                    <a:pt x="3048000" y="6096000"/>
                  </a:cubicBezTo>
                  <a:cubicBezTo>
                    <a:pt x="1364615" y="6096000"/>
                    <a:pt x="0" y="4731385"/>
                    <a:pt x="0" y="3048000"/>
                  </a:cubicBezTo>
                  <a:close/>
                </a:path>
              </a:pathLst>
            </a:custGeom>
            <a:solidFill>
              <a:srgbClr val="A855F7">
                <a:alpha val="2353"/>
              </a:srgbClr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4996160" y="7315200"/>
            <a:ext cx="3657600" cy="3657600"/>
            <a:chOff x="0" y="0"/>
            <a:chExt cx="4876800" cy="4876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876800" cy="4876800"/>
            </a:xfrm>
            <a:custGeom>
              <a:avLst/>
              <a:gdLst/>
              <a:ahLst/>
              <a:cxnLst/>
              <a:rect l="l" t="t" r="r" b="b"/>
              <a:pathLst>
                <a:path w="4876800" h="4876800">
                  <a:moveTo>
                    <a:pt x="0" y="2438400"/>
                  </a:moveTo>
                  <a:cubicBezTo>
                    <a:pt x="0" y="1091692"/>
                    <a:pt x="1091692" y="0"/>
                    <a:pt x="2438400" y="0"/>
                  </a:cubicBezTo>
                  <a:cubicBezTo>
                    <a:pt x="3785108" y="0"/>
                    <a:pt x="4876800" y="1091692"/>
                    <a:pt x="4876800" y="2438400"/>
                  </a:cubicBezTo>
                  <a:cubicBezTo>
                    <a:pt x="4876800" y="3785108"/>
                    <a:pt x="3785108" y="4876800"/>
                    <a:pt x="2438400" y="4876800"/>
                  </a:cubicBezTo>
                  <a:cubicBezTo>
                    <a:pt x="1091692" y="4876800"/>
                    <a:pt x="0" y="3785108"/>
                    <a:pt x="0" y="2438400"/>
                  </a:cubicBezTo>
                  <a:close/>
                </a:path>
              </a:pathLst>
            </a:custGeom>
            <a:solidFill>
              <a:srgbClr val="7C3AED">
                <a:alpha val="3137"/>
              </a:srgbClr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005840" y="512064"/>
            <a:ext cx="16459200" cy="511654"/>
            <a:chOff x="0" y="0"/>
            <a:chExt cx="21945600" cy="68220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945600" cy="682200"/>
            </a:xfrm>
            <a:custGeom>
              <a:avLst/>
              <a:gdLst/>
              <a:ahLst/>
              <a:cxnLst/>
              <a:rect l="l" t="t" r="r" b="b"/>
              <a:pathLst>
                <a:path w="21945600" h="682200">
                  <a:moveTo>
                    <a:pt x="0" y="0"/>
                  </a:moveTo>
                  <a:lnTo>
                    <a:pt x="21945600" y="0"/>
                  </a:lnTo>
                  <a:lnTo>
                    <a:pt x="21945600" y="682200"/>
                  </a:lnTo>
                  <a:lnTo>
                    <a:pt x="0" y="682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76811" b="-576812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1945600" cy="72030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>
                  <a:solidFill>
                    <a:srgbClr val="A855F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ВЫБОР ПРОЕКТА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05840" y="1060704"/>
            <a:ext cx="16459200" cy="1317146"/>
            <a:chOff x="0" y="0"/>
            <a:chExt cx="21945600" cy="175619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945600" cy="1756200"/>
            </a:xfrm>
            <a:custGeom>
              <a:avLst/>
              <a:gdLst/>
              <a:ahLst/>
              <a:cxnLst/>
              <a:rect l="l" t="t" r="r" b="b"/>
              <a:pathLst>
                <a:path w="21945600" h="1756200">
                  <a:moveTo>
                    <a:pt x="0" y="0"/>
                  </a:moveTo>
                  <a:lnTo>
                    <a:pt x="21945600" y="0"/>
                  </a:lnTo>
                  <a:lnTo>
                    <a:pt x="21945600" y="1756200"/>
                  </a:lnTo>
                  <a:lnTo>
                    <a:pt x="0" y="1756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3486" b="-193486"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0" y="-152400"/>
              <a:ext cx="21945600" cy="190859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8100"/>
                </a:lnSpc>
              </a:pPr>
              <a:r>
                <a:rPr lang="en-US" sz="675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Начинайте не с идеи — с раздражения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005840" y="2159546"/>
            <a:ext cx="833076" cy="833076"/>
            <a:chOff x="0" y="0"/>
            <a:chExt cx="1110767" cy="1110767"/>
          </a:xfrm>
        </p:grpSpPr>
        <p:sp>
          <p:nvSpPr>
            <p:cNvPr id="13" name="Freeform 13" descr="preencoded.png"/>
            <p:cNvSpPr/>
            <p:nvPr/>
          </p:nvSpPr>
          <p:spPr>
            <a:xfrm>
              <a:off x="0" y="0"/>
              <a:ext cx="1110742" cy="1110742"/>
            </a:xfrm>
            <a:custGeom>
              <a:avLst/>
              <a:gdLst/>
              <a:ahLst/>
              <a:cxnLst/>
              <a:rect l="l" t="t" r="r" b="b"/>
              <a:pathLst>
                <a:path w="1110742" h="1110742">
                  <a:moveTo>
                    <a:pt x="0" y="0"/>
                  </a:moveTo>
                  <a:lnTo>
                    <a:pt x="1110742" y="0"/>
                  </a:lnTo>
                  <a:lnTo>
                    <a:pt x="1110742" y="1110742"/>
                  </a:lnTo>
                  <a:lnTo>
                    <a:pt x="0" y="11107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2" b="-2"/>
              </a:stretch>
            </a:blipFill>
          </p:spPr>
        </p:sp>
      </p:grpSp>
      <p:grpSp>
        <p:nvGrpSpPr>
          <p:cNvPr id="14" name="Group 14"/>
          <p:cNvGrpSpPr/>
          <p:nvPr/>
        </p:nvGrpSpPr>
        <p:grpSpPr>
          <a:xfrm>
            <a:off x="2194560" y="2159546"/>
            <a:ext cx="7315200" cy="1005754"/>
            <a:chOff x="0" y="0"/>
            <a:chExt cx="9753600" cy="1341006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9753600" cy="1341000"/>
            </a:xfrm>
            <a:custGeom>
              <a:avLst/>
              <a:gdLst/>
              <a:ahLst/>
              <a:cxnLst/>
              <a:rect l="l" t="t" r="r" b="b"/>
              <a:pathLst>
                <a:path w="9753600" h="1341000">
                  <a:moveTo>
                    <a:pt x="0" y="0"/>
                  </a:moveTo>
                  <a:lnTo>
                    <a:pt x="9753600" y="0"/>
                  </a:lnTo>
                  <a:lnTo>
                    <a:pt x="9753600" y="1341000"/>
                  </a:lnTo>
                  <a:lnTo>
                    <a:pt x="0" y="134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1721" b="-91722"/>
              </a:stretch>
            </a:blipFill>
          </p:spPr>
        </p:sp>
        <p:sp>
          <p:nvSpPr>
            <p:cNvPr id="16" name="TextBox 16"/>
            <p:cNvSpPr txBox="1"/>
            <p:nvPr/>
          </p:nvSpPr>
          <p:spPr>
            <a:xfrm>
              <a:off x="0" y="-57150"/>
              <a:ext cx="9753600" cy="13981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19"/>
                </a:lnSpc>
              </a:pPr>
              <a:r>
                <a:rPr lang="en-US" sz="2850" b="1">
                  <a:solidFill>
                    <a:srgbClr val="A855F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Спросите себя: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01703" y="3290821"/>
            <a:ext cx="10083784" cy="1086040"/>
            <a:chOff x="0" y="0"/>
            <a:chExt cx="13445046" cy="1448054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3445108" cy="1448054"/>
            </a:xfrm>
            <a:custGeom>
              <a:avLst/>
              <a:gdLst/>
              <a:ahLst/>
              <a:cxnLst/>
              <a:rect l="l" t="t" r="r" b="b"/>
              <a:pathLst>
                <a:path w="13445108" h="1448054">
                  <a:moveTo>
                    <a:pt x="0" y="199771"/>
                  </a:moveTo>
                  <a:cubicBezTo>
                    <a:pt x="0" y="89408"/>
                    <a:pt x="89408" y="0"/>
                    <a:pt x="199771" y="0"/>
                  </a:cubicBezTo>
                  <a:lnTo>
                    <a:pt x="13245337" y="0"/>
                  </a:lnTo>
                  <a:cubicBezTo>
                    <a:pt x="13355701" y="0"/>
                    <a:pt x="13445108" y="89408"/>
                    <a:pt x="13445108" y="199771"/>
                  </a:cubicBezTo>
                  <a:lnTo>
                    <a:pt x="13445108" y="1248283"/>
                  </a:lnTo>
                  <a:cubicBezTo>
                    <a:pt x="13445108" y="1358646"/>
                    <a:pt x="13355701" y="1448054"/>
                    <a:pt x="13245337" y="1448054"/>
                  </a:cubicBezTo>
                  <a:lnTo>
                    <a:pt x="199771" y="1448054"/>
                  </a:lnTo>
                  <a:cubicBezTo>
                    <a:pt x="89408" y="1448054"/>
                    <a:pt x="0" y="1358646"/>
                    <a:pt x="0" y="1248283"/>
                  </a:cubicBezTo>
                  <a:close/>
                </a:path>
              </a:pathLst>
            </a:custGeom>
            <a:solidFill>
              <a:srgbClr val="1E0D3A"/>
            </a:solidFill>
            <a:ln w="25388" cap="sq">
              <a:solidFill>
                <a:srgbClr val="7C3AED"/>
              </a:solidFill>
              <a:prstDash val="solid"/>
              <a:miter/>
            </a:ln>
          </p:spPr>
        </p:sp>
      </p:grpSp>
      <p:grpSp>
        <p:nvGrpSpPr>
          <p:cNvPr id="19" name="Group 19"/>
          <p:cNvGrpSpPr/>
          <p:nvPr/>
        </p:nvGrpSpPr>
        <p:grpSpPr>
          <a:xfrm>
            <a:off x="1243584" y="3614414"/>
            <a:ext cx="439198" cy="439198"/>
            <a:chOff x="0" y="0"/>
            <a:chExt cx="585597" cy="585597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585597" cy="585597"/>
            </a:xfrm>
            <a:custGeom>
              <a:avLst/>
              <a:gdLst/>
              <a:ahLst/>
              <a:cxnLst/>
              <a:rect l="l" t="t" r="r" b="b"/>
              <a:pathLst>
                <a:path w="585597" h="585597">
                  <a:moveTo>
                    <a:pt x="0" y="292862"/>
                  </a:moveTo>
                  <a:cubicBezTo>
                    <a:pt x="0" y="131064"/>
                    <a:pt x="131064" y="0"/>
                    <a:pt x="292862" y="0"/>
                  </a:cubicBezTo>
                  <a:cubicBezTo>
                    <a:pt x="454660" y="0"/>
                    <a:pt x="585597" y="131064"/>
                    <a:pt x="585597" y="292862"/>
                  </a:cubicBezTo>
                  <a:cubicBezTo>
                    <a:pt x="585597" y="454660"/>
                    <a:pt x="454533" y="585597"/>
                    <a:pt x="292862" y="585597"/>
                  </a:cubicBezTo>
                  <a:cubicBezTo>
                    <a:pt x="131191" y="585597"/>
                    <a:pt x="0" y="454533"/>
                    <a:pt x="0" y="292862"/>
                  </a:cubicBezTo>
                  <a:close/>
                </a:path>
              </a:pathLst>
            </a:custGeom>
            <a:solidFill>
              <a:srgbClr val="A855F7"/>
            </a:solidFill>
          </p:spPr>
        </p:sp>
      </p:grpSp>
      <p:grpSp>
        <p:nvGrpSpPr>
          <p:cNvPr id="21" name="Group 21"/>
          <p:cNvGrpSpPr/>
          <p:nvPr/>
        </p:nvGrpSpPr>
        <p:grpSpPr>
          <a:xfrm>
            <a:off x="1975104" y="3340094"/>
            <a:ext cx="8778154" cy="1024204"/>
            <a:chOff x="0" y="0"/>
            <a:chExt cx="11704206" cy="1365606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1704200" cy="1365600"/>
            </a:xfrm>
            <a:custGeom>
              <a:avLst/>
              <a:gdLst/>
              <a:ahLst/>
              <a:cxnLst/>
              <a:rect l="l" t="t" r="r" b="b"/>
              <a:pathLst>
                <a:path w="11704200" h="1365600">
                  <a:moveTo>
                    <a:pt x="0" y="0"/>
                  </a:moveTo>
                  <a:lnTo>
                    <a:pt x="11704200" y="0"/>
                  </a:lnTo>
                  <a:lnTo>
                    <a:pt x="11704200" y="1365600"/>
                  </a:lnTo>
                  <a:lnTo>
                    <a:pt x="0" y="1365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7001" b="-117001"/>
              </a:stretch>
            </a:blipFill>
          </p:spPr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11704206" cy="140370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Что меня больше всего утомляет каждую неделю?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01703" y="4607557"/>
            <a:ext cx="10083784" cy="1086040"/>
            <a:chOff x="0" y="0"/>
            <a:chExt cx="13445046" cy="1448054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3445108" cy="1448054"/>
            </a:xfrm>
            <a:custGeom>
              <a:avLst/>
              <a:gdLst/>
              <a:ahLst/>
              <a:cxnLst/>
              <a:rect l="l" t="t" r="r" b="b"/>
              <a:pathLst>
                <a:path w="13445108" h="1448054">
                  <a:moveTo>
                    <a:pt x="0" y="199771"/>
                  </a:moveTo>
                  <a:cubicBezTo>
                    <a:pt x="0" y="89408"/>
                    <a:pt x="89408" y="0"/>
                    <a:pt x="199771" y="0"/>
                  </a:cubicBezTo>
                  <a:lnTo>
                    <a:pt x="13245337" y="0"/>
                  </a:lnTo>
                  <a:cubicBezTo>
                    <a:pt x="13355701" y="0"/>
                    <a:pt x="13445108" y="89408"/>
                    <a:pt x="13445108" y="199771"/>
                  </a:cubicBezTo>
                  <a:lnTo>
                    <a:pt x="13445108" y="1248283"/>
                  </a:lnTo>
                  <a:cubicBezTo>
                    <a:pt x="13445108" y="1358646"/>
                    <a:pt x="13355701" y="1448054"/>
                    <a:pt x="13245337" y="1448054"/>
                  </a:cubicBezTo>
                  <a:lnTo>
                    <a:pt x="199771" y="1448054"/>
                  </a:lnTo>
                  <a:cubicBezTo>
                    <a:pt x="89408" y="1448054"/>
                    <a:pt x="0" y="1358646"/>
                    <a:pt x="0" y="1248283"/>
                  </a:cubicBezTo>
                  <a:close/>
                </a:path>
              </a:pathLst>
            </a:custGeom>
            <a:solidFill>
              <a:srgbClr val="1E0D3A"/>
            </a:solidFill>
            <a:ln w="25388" cap="sq">
              <a:solidFill>
                <a:srgbClr val="7C3AED"/>
              </a:solidFill>
              <a:prstDash val="solid"/>
              <a:miter/>
            </a:ln>
          </p:spPr>
        </p:sp>
      </p:grpSp>
      <p:grpSp>
        <p:nvGrpSpPr>
          <p:cNvPr id="26" name="Group 26"/>
          <p:cNvGrpSpPr/>
          <p:nvPr/>
        </p:nvGrpSpPr>
        <p:grpSpPr>
          <a:xfrm>
            <a:off x="1243584" y="4931150"/>
            <a:ext cx="439198" cy="439198"/>
            <a:chOff x="0" y="0"/>
            <a:chExt cx="585597" cy="585597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585597" cy="585597"/>
            </a:xfrm>
            <a:custGeom>
              <a:avLst/>
              <a:gdLst/>
              <a:ahLst/>
              <a:cxnLst/>
              <a:rect l="l" t="t" r="r" b="b"/>
              <a:pathLst>
                <a:path w="585597" h="585597">
                  <a:moveTo>
                    <a:pt x="0" y="292862"/>
                  </a:moveTo>
                  <a:cubicBezTo>
                    <a:pt x="0" y="131064"/>
                    <a:pt x="131064" y="0"/>
                    <a:pt x="292862" y="0"/>
                  </a:cubicBezTo>
                  <a:cubicBezTo>
                    <a:pt x="454660" y="0"/>
                    <a:pt x="585597" y="131064"/>
                    <a:pt x="585597" y="292862"/>
                  </a:cubicBezTo>
                  <a:cubicBezTo>
                    <a:pt x="585597" y="454660"/>
                    <a:pt x="454533" y="585597"/>
                    <a:pt x="292862" y="585597"/>
                  </a:cubicBezTo>
                  <a:cubicBezTo>
                    <a:pt x="131191" y="585597"/>
                    <a:pt x="0" y="454533"/>
                    <a:pt x="0" y="292862"/>
                  </a:cubicBezTo>
                  <a:close/>
                </a:path>
              </a:pathLst>
            </a:custGeom>
            <a:solidFill>
              <a:srgbClr val="A855F7"/>
            </a:solidFill>
          </p:spPr>
        </p:sp>
      </p:grpSp>
      <p:grpSp>
        <p:nvGrpSpPr>
          <p:cNvPr id="28" name="Group 28"/>
          <p:cNvGrpSpPr/>
          <p:nvPr/>
        </p:nvGrpSpPr>
        <p:grpSpPr>
          <a:xfrm>
            <a:off x="1975104" y="4656830"/>
            <a:ext cx="8778154" cy="1024204"/>
            <a:chOff x="0" y="0"/>
            <a:chExt cx="11704206" cy="1365606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1704200" cy="1365600"/>
            </a:xfrm>
            <a:custGeom>
              <a:avLst/>
              <a:gdLst/>
              <a:ahLst/>
              <a:cxnLst/>
              <a:rect l="l" t="t" r="r" b="b"/>
              <a:pathLst>
                <a:path w="11704200" h="1365600">
                  <a:moveTo>
                    <a:pt x="0" y="0"/>
                  </a:moveTo>
                  <a:lnTo>
                    <a:pt x="11704200" y="0"/>
                  </a:lnTo>
                  <a:lnTo>
                    <a:pt x="11704200" y="1365600"/>
                  </a:lnTo>
                  <a:lnTo>
                    <a:pt x="0" y="1365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7001" b="-117001"/>
              </a:stretch>
            </a:blipFill>
          </p:spPr>
        </p:sp>
        <p:sp>
          <p:nvSpPr>
            <p:cNvPr id="30" name="TextBox 30"/>
            <p:cNvSpPr txBox="1"/>
            <p:nvPr/>
          </p:nvSpPr>
          <p:spPr>
            <a:xfrm>
              <a:off x="0" y="-38100"/>
              <a:ext cx="11704206" cy="140370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Что отнимает время на рутинных задачах?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01703" y="5924293"/>
            <a:ext cx="10083784" cy="1086040"/>
            <a:chOff x="0" y="0"/>
            <a:chExt cx="13445046" cy="1448054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3445108" cy="1448054"/>
            </a:xfrm>
            <a:custGeom>
              <a:avLst/>
              <a:gdLst/>
              <a:ahLst/>
              <a:cxnLst/>
              <a:rect l="l" t="t" r="r" b="b"/>
              <a:pathLst>
                <a:path w="13445108" h="1448054">
                  <a:moveTo>
                    <a:pt x="0" y="199771"/>
                  </a:moveTo>
                  <a:cubicBezTo>
                    <a:pt x="0" y="89408"/>
                    <a:pt x="89408" y="0"/>
                    <a:pt x="199771" y="0"/>
                  </a:cubicBezTo>
                  <a:lnTo>
                    <a:pt x="13245337" y="0"/>
                  </a:lnTo>
                  <a:cubicBezTo>
                    <a:pt x="13355701" y="0"/>
                    <a:pt x="13445108" y="89408"/>
                    <a:pt x="13445108" y="199771"/>
                  </a:cubicBezTo>
                  <a:lnTo>
                    <a:pt x="13445108" y="1248283"/>
                  </a:lnTo>
                  <a:cubicBezTo>
                    <a:pt x="13445108" y="1358646"/>
                    <a:pt x="13355701" y="1448054"/>
                    <a:pt x="13245337" y="1448054"/>
                  </a:cubicBezTo>
                  <a:lnTo>
                    <a:pt x="199771" y="1448054"/>
                  </a:lnTo>
                  <a:cubicBezTo>
                    <a:pt x="89408" y="1448054"/>
                    <a:pt x="0" y="1358646"/>
                    <a:pt x="0" y="1248283"/>
                  </a:cubicBezTo>
                  <a:close/>
                </a:path>
              </a:pathLst>
            </a:custGeom>
            <a:solidFill>
              <a:srgbClr val="1E0D3A"/>
            </a:solidFill>
            <a:ln w="25388" cap="sq">
              <a:solidFill>
                <a:srgbClr val="7C3AED"/>
              </a:solidFill>
              <a:prstDash val="solid"/>
              <a:miter/>
            </a:ln>
          </p:spPr>
        </p:sp>
      </p:grpSp>
      <p:grpSp>
        <p:nvGrpSpPr>
          <p:cNvPr id="33" name="Group 33"/>
          <p:cNvGrpSpPr/>
          <p:nvPr/>
        </p:nvGrpSpPr>
        <p:grpSpPr>
          <a:xfrm>
            <a:off x="1243584" y="6247886"/>
            <a:ext cx="439198" cy="439198"/>
            <a:chOff x="0" y="0"/>
            <a:chExt cx="585597" cy="585597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585597" cy="585597"/>
            </a:xfrm>
            <a:custGeom>
              <a:avLst/>
              <a:gdLst/>
              <a:ahLst/>
              <a:cxnLst/>
              <a:rect l="l" t="t" r="r" b="b"/>
              <a:pathLst>
                <a:path w="585597" h="585597">
                  <a:moveTo>
                    <a:pt x="0" y="292862"/>
                  </a:moveTo>
                  <a:cubicBezTo>
                    <a:pt x="0" y="131064"/>
                    <a:pt x="131064" y="0"/>
                    <a:pt x="292862" y="0"/>
                  </a:cubicBezTo>
                  <a:cubicBezTo>
                    <a:pt x="454660" y="0"/>
                    <a:pt x="585597" y="131064"/>
                    <a:pt x="585597" y="292862"/>
                  </a:cubicBezTo>
                  <a:cubicBezTo>
                    <a:pt x="585597" y="454660"/>
                    <a:pt x="454533" y="585597"/>
                    <a:pt x="292862" y="585597"/>
                  </a:cubicBezTo>
                  <a:cubicBezTo>
                    <a:pt x="131191" y="585597"/>
                    <a:pt x="0" y="454533"/>
                    <a:pt x="0" y="292862"/>
                  </a:cubicBezTo>
                  <a:close/>
                </a:path>
              </a:pathLst>
            </a:custGeom>
            <a:solidFill>
              <a:srgbClr val="A855F7"/>
            </a:solidFill>
          </p:spPr>
        </p:sp>
      </p:grpSp>
      <p:grpSp>
        <p:nvGrpSpPr>
          <p:cNvPr id="35" name="Group 35"/>
          <p:cNvGrpSpPr/>
          <p:nvPr/>
        </p:nvGrpSpPr>
        <p:grpSpPr>
          <a:xfrm>
            <a:off x="1975104" y="5973566"/>
            <a:ext cx="8778154" cy="1024204"/>
            <a:chOff x="0" y="0"/>
            <a:chExt cx="11704206" cy="1365606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1704200" cy="1365600"/>
            </a:xfrm>
            <a:custGeom>
              <a:avLst/>
              <a:gdLst/>
              <a:ahLst/>
              <a:cxnLst/>
              <a:rect l="l" t="t" r="r" b="b"/>
              <a:pathLst>
                <a:path w="11704200" h="1365600">
                  <a:moveTo>
                    <a:pt x="0" y="0"/>
                  </a:moveTo>
                  <a:lnTo>
                    <a:pt x="11704200" y="0"/>
                  </a:lnTo>
                  <a:lnTo>
                    <a:pt x="11704200" y="1365600"/>
                  </a:lnTo>
                  <a:lnTo>
                    <a:pt x="0" y="1365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7001" b="-117001"/>
              </a:stretch>
            </a:blipFill>
          </p:spPr>
        </p:sp>
        <p:sp>
          <p:nvSpPr>
            <p:cNvPr id="37" name="TextBox 37"/>
            <p:cNvSpPr txBox="1"/>
            <p:nvPr/>
          </p:nvSpPr>
          <p:spPr>
            <a:xfrm>
              <a:off x="0" y="-38100"/>
              <a:ext cx="11704206" cy="140370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Что приходится постоянно контролировать вручную?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901703" y="7241029"/>
            <a:ext cx="10083784" cy="1086040"/>
            <a:chOff x="0" y="0"/>
            <a:chExt cx="13445046" cy="1448054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13445108" cy="1448054"/>
            </a:xfrm>
            <a:custGeom>
              <a:avLst/>
              <a:gdLst/>
              <a:ahLst/>
              <a:cxnLst/>
              <a:rect l="l" t="t" r="r" b="b"/>
              <a:pathLst>
                <a:path w="13445108" h="1448054">
                  <a:moveTo>
                    <a:pt x="0" y="199771"/>
                  </a:moveTo>
                  <a:cubicBezTo>
                    <a:pt x="0" y="89408"/>
                    <a:pt x="89408" y="0"/>
                    <a:pt x="199771" y="0"/>
                  </a:cubicBezTo>
                  <a:lnTo>
                    <a:pt x="13245337" y="0"/>
                  </a:lnTo>
                  <a:cubicBezTo>
                    <a:pt x="13355701" y="0"/>
                    <a:pt x="13445108" y="89408"/>
                    <a:pt x="13445108" y="199771"/>
                  </a:cubicBezTo>
                  <a:lnTo>
                    <a:pt x="13445108" y="1248283"/>
                  </a:lnTo>
                  <a:cubicBezTo>
                    <a:pt x="13445108" y="1358646"/>
                    <a:pt x="13355701" y="1448054"/>
                    <a:pt x="13245337" y="1448054"/>
                  </a:cubicBezTo>
                  <a:lnTo>
                    <a:pt x="199771" y="1448054"/>
                  </a:lnTo>
                  <a:cubicBezTo>
                    <a:pt x="89408" y="1448054"/>
                    <a:pt x="0" y="1358646"/>
                    <a:pt x="0" y="1248283"/>
                  </a:cubicBezTo>
                  <a:close/>
                </a:path>
              </a:pathLst>
            </a:custGeom>
            <a:solidFill>
              <a:srgbClr val="1E0D3A"/>
            </a:solidFill>
            <a:ln w="25388" cap="sq">
              <a:solidFill>
                <a:srgbClr val="7C3AED"/>
              </a:solidFill>
              <a:prstDash val="solid"/>
              <a:miter/>
            </a:ln>
          </p:spPr>
        </p:sp>
      </p:grpSp>
      <p:grpSp>
        <p:nvGrpSpPr>
          <p:cNvPr id="40" name="Group 40"/>
          <p:cNvGrpSpPr/>
          <p:nvPr/>
        </p:nvGrpSpPr>
        <p:grpSpPr>
          <a:xfrm>
            <a:off x="1243584" y="7564622"/>
            <a:ext cx="439198" cy="439198"/>
            <a:chOff x="0" y="0"/>
            <a:chExt cx="585597" cy="585597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585597" cy="585597"/>
            </a:xfrm>
            <a:custGeom>
              <a:avLst/>
              <a:gdLst/>
              <a:ahLst/>
              <a:cxnLst/>
              <a:rect l="l" t="t" r="r" b="b"/>
              <a:pathLst>
                <a:path w="585597" h="585597">
                  <a:moveTo>
                    <a:pt x="0" y="292862"/>
                  </a:moveTo>
                  <a:cubicBezTo>
                    <a:pt x="0" y="131064"/>
                    <a:pt x="131064" y="0"/>
                    <a:pt x="292862" y="0"/>
                  </a:cubicBezTo>
                  <a:cubicBezTo>
                    <a:pt x="454660" y="0"/>
                    <a:pt x="585597" y="131064"/>
                    <a:pt x="585597" y="292862"/>
                  </a:cubicBezTo>
                  <a:cubicBezTo>
                    <a:pt x="585597" y="454660"/>
                    <a:pt x="454533" y="585597"/>
                    <a:pt x="292862" y="585597"/>
                  </a:cubicBezTo>
                  <a:cubicBezTo>
                    <a:pt x="131191" y="585597"/>
                    <a:pt x="0" y="454533"/>
                    <a:pt x="0" y="292862"/>
                  </a:cubicBezTo>
                  <a:close/>
                </a:path>
              </a:pathLst>
            </a:custGeom>
            <a:solidFill>
              <a:srgbClr val="A855F7"/>
            </a:solidFill>
          </p:spPr>
        </p:sp>
      </p:grpSp>
      <p:grpSp>
        <p:nvGrpSpPr>
          <p:cNvPr id="42" name="Group 42"/>
          <p:cNvGrpSpPr/>
          <p:nvPr/>
        </p:nvGrpSpPr>
        <p:grpSpPr>
          <a:xfrm>
            <a:off x="1975104" y="7290302"/>
            <a:ext cx="8778154" cy="1024204"/>
            <a:chOff x="0" y="0"/>
            <a:chExt cx="11704206" cy="1365606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11704200" cy="1365600"/>
            </a:xfrm>
            <a:custGeom>
              <a:avLst/>
              <a:gdLst/>
              <a:ahLst/>
              <a:cxnLst/>
              <a:rect l="l" t="t" r="r" b="b"/>
              <a:pathLst>
                <a:path w="11704200" h="1365600">
                  <a:moveTo>
                    <a:pt x="0" y="0"/>
                  </a:moveTo>
                  <a:lnTo>
                    <a:pt x="11704200" y="0"/>
                  </a:lnTo>
                  <a:lnTo>
                    <a:pt x="11704200" y="1365600"/>
                  </a:lnTo>
                  <a:lnTo>
                    <a:pt x="0" y="1365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7001" b="-117001"/>
              </a:stretch>
            </a:blipFill>
          </p:spPr>
        </p:sp>
        <p:sp>
          <p:nvSpPr>
            <p:cNvPr id="44" name="TextBox 44"/>
            <p:cNvSpPr txBox="1"/>
            <p:nvPr/>
          </p:nvSpPr>
          <p:spPr>
            <a:xfrm>
              <a:off x="0" y="-38100"/>
              <a:ext cx="11704206" cy="140370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Что можно было бы делать автоматически?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11502390" y="3284468"/>
            <a:ext cx="5890346" cy="5051546"/>
            <a:chOff x="0" y="0"/>
            <a:chExt cx="7853794" cy="6735394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7853807" cy="6735445"/>
            </a:xfrm>
            <a:custGeom>
              <a:avLst/>
              <a:gdLst/>
              <a:ahLst/>
              <a:cxnLst/>
              <a:rect l="l" t="t" r="r" b="b"/>
              <a:pathLst>
                <a:path w="7853807" h="6735445">
                  <a:moveTo>
                    <a:pt x="0" y="252603"/>
                  </a:moveTo>
                  <a:cubicBezTo>
                    <a:pt x="0" y="113030"/>
                    <a:pt x="113030" y="0"/>
                    <a:pt x="252603" y="0"/>
                  </a:cubicBezTo>
                  <a:lnTo>
                    <a:pt x="7601204" y="0"/>
                  </a:lnTo>
                  <a:cubicBezTo>
                    <a:pt x="7740650" y="0"/>
                    <a:pt x="7853807" y="113030"/>
                    <a:pt x="7853807" y="252603"/>
                  </a:cubicBezTo>
                  <a:lnTo>
                    <a:pt x="7853807" y="6482842"/>
                  </a:lnTo>
                  <a:cubicBezTo>
                    <a:pt x="7853807" y="6622288"/>
                    <a:pt x="7740777" y="6735445"/>
                    <a:pt x="7601204" y="6735445"/>
                  </a:cubicBezTo>
                  <a:lnTo>
                    <a:pt x="252603" y="6735445"/>
                  </a:lnTo>
                  <a:cubicBezTo>
                    <a:pt x="113030" y="6735445"/>
                    <a:pt x="0" y="6622288"/>
                    <a:pt x="0" y="6482842"/>
                  </a:cubicBezTo>
                  <a:close/>
                </a:path>
              </a:pathLst>
            </a:custGeom>
            <a:solidFill>
              <a:srgbClr val="2D1B4E"/>
            </a:solidFill>
            <a:ln w="38100" cap="sq">
              <a:solidFill>
                <a:srgbClr val="A855F7"/>
              </a:solidFill>
              <a:prstDash val="solid"/>
              <a:miter/>
            </a:ln>
          </p:spPr>
        </p:sp>
      </p:grpSp>
      <p:grpSp>
        <p:nvGrpSpPr>
          <p:cNvPr id="47" name="Group 47"/>
          <p:cNvGrpSpPr/>
          <p:nvPr/>
        </p:nvGrpSpPr>
        <p:grpSpPr>
          <a:xfrm>
            <a:off x="11887200" y="3418294"/>
            <a:ext cx="5120554" cy="4937846"/>
            <a:chOff x="0" y="0"/>
            <a:chExt cx="6827406" cy="6583794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6827400" cy="6583800"/>
            </a:xfrm>
            <a:custGeom>
              <a:avLst/>
              <a:gdLst/>
              <a:ahLst/>
              <a:cxnLst/>
              <a:rect l="l" t="t" r="r" b="b"/>
              <a:pathLst>
                <a:path w="6827400" h="6583800">
                  <a:moveTo>
                    <a:pt x="0" y="0"/>
                  </a:moveTo>
                  <a:lnTo>
                    <a:pt x="6827400" y="0"/>
                  </a:lnTo>
                  <a:lnTo>
                    <a:pt x="6827400" y="6583800"/>
                  </a:lnTo>
                  <a:lnTo>
                    <a:pt x="0" y="6583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3725" r="-73725"/>
              </a:stretch>
            </a:blipFill>
          </p:spPr>
        </p:sp>
        <p:sp>
          <p:nvSpPr>
            <p:cNvPr id="49" name="TextBox 49"/>
            <p:cNvSpPr txBox="1"/>
            <p:nvPr/>
          </p:nvSpPr>
          <p:spPr>
            <a:xfrm>
              <a:off x="0" y="-66675"/>
              <a:ext cx="6827406" cy="665046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779"/>
                </a:lnSpc>
              </a:pPr>
              <a:r>
                <a:rPr lang="en-US" sz="315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Там, где раздражение — там и находится ваш первый проект.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895350" y="8514836"/>
            <a:ext cx="16497300" cy="1355246"/>
            <a:chOff x="0" y="0"/>
            <a:chExt cx="21996400" cy="1806994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21996400" cy="1806956"/>
            </a:xfrm>
            <a:custGeom>
              <a:avLst/>
              <a:gdLst/>
              <a:ahLst/>
              <a:cxnLst/>
              <a:rect l="l" t="t" r="r" b="b"/>
              <a:pathLst>
                <a:path w="21996400" h="1806956">
                  <a:moveTo>
                    <a:pt x="0" y="200787"/>
                  </a:moveTo>
                  <a:cubicBezTo>
                    <a:pt x="0" y="89916"/>
                    <a:pt x="89916" y="0"/>
                    <a:pt x="200787" y="0"/>
                  </a:cubicBezTo>
                  <a:lnTo>
                    <a:pt x="21795612" y="0"/>
                  </a:lnTo>
                  <a:cubicBezTo>
                    <a:pt x="21906483" y="0"/>
                    <a:pt x="21996400" y="89916"/>
                    <a:pt x="21996400" y="200787"/>
                  </a:cubicBezTo>
                  <a:lnTo>
                    <a:pt x="21996400" y="1606169"/>
                  </a:lnTo>
                  <a:cubicBezTo>
                    <a:pt x="21996400" y="1717040"/>
                    <a:pt x="21906483" y="1806956"/>
                    <a:pt x="21795612" y="1806956"/>
                  </a:cubicBezTo>
                  <a:lnTo>
                    <a:pt x="200787" y="1806956"/>
                  </a:lnTo>
                  <a:cubicBezTo>
                    <a:pt x="89916" y="1806956"/>
                    <a:pt x="0" y="1717167"/>
                    <a:pt x="0" y="1606169"/>
                  </a:cubicBezTo>
                  <a:close/>
                </a:path>
              </a:pathLst>
            </a:custGeom>
            <a:solidFill>
              <a:srgbClr val="2D1B4E"/>
            </a:solidFill>
            <a:ln w="38100" cap="sq">
              <a:solidFill>
                <a:srgbClr val="7C3AED"/>
              </a:solidFill>
              <a:prstDash val="solid"/>
              <a:miter/>
            </a:ln>
          </p:spPr>
        </p:sp>
      </p:grpSp>
      <p:grpSp>
        <p:nvGrpSpPr>
          <p:cNvPr id="52" name="Group 52"/>
          <p:cNvGrpSpPr/>
          <p:nvPr/>
        </p:nvGrpSpPr>
        <p:grpSpPr>
          <a:xfrm>
            <a:off x="1371600" y="8533886"/>
            <a:ext cx="15727947" cy="1317146"/>
            <a:chOff x="0" y="0"/>
            <a:chExt cx="20970596" cy="1756194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20970601" cy="1756200"/>
            </a:xfrm>
            <a:custGeom>
              <a:avLst/>
              <a:gdLst/>
              <a:ahLst/>
              <a:cxnLst/>
              <a:rect l="l" t="t" r="r" b="b"/>
              <a:pathLst>
                <a:path w="20970601" h="1756200">
                  <a:moveTo>
                    <a:pt x="0" y="0"/>
                  </a:moveTo>
                  <a:lnTo>
                    <a:pt x="20970601" y="0"/>
                  </a:lnTo>
                  <a:lnTo>
                    <a:pt x="20970601" y="1756200"/>
                  </a:lnTo>
                  <a:lnTo>
                    <a:pt x="0" y="1756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82668" b="-182668"/>
              </a:stretch>
            </a:blipFill>
          </p:spPr>
        </p:sp>
        <p:sp>
          <p:nvSpPr>
            <p:cNvPr id="54" name="TextBox 54"/>
            <p:cNvSpPr txBox="1"/>
            <p:nvPr/>
          </p:nvSpPr>
          <p:spPr>
            <a:xfrm>
              <a:off x="0" y="-47625"/>
              <a:ext cx="20970596" cy="180381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60"/>
                </a:lnSpc>
              </a:pPr>
              <a:r>
                <a:rPr lang="en-US" sz="2550" b="1">
                  <a:solidFill>
                    <a:srgbClr val="A855F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Начните с одной задачи. </a:t>
              </a:r>
              <a:r>
                <a:rPr lang="en-US" sz="255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Одна боль → один инструмент → реальный результат.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7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544800" y="6949440"/>
            <a:ext cx="3657600" cy="3657600"/>
            <a:chOff x="0" y="0"/>
            <a:chExt cx="4876800" cy="4876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76800" cy="4876800"/>
            </a:xfrm>
            <a:custGeom>
              <a:avLst/>
              <a:gdLst/>
              <a:ahLst/>
              <a:cxnLst/>
              <a:rect l="l" t="t" r="r" b="b"/>
              <a:pathLst>
                <a:path w="4876800" h="4876800">
                  <a:moveTo>
                    <a:pt x="0" y="2438400"/>
                  </a:moveTo>
                  <a:cubicBezTo>
                    <a:pt x="0" y="1091692"/>
                    <a:pt x="1091692" y="0"/>
                    <a:pt x="2438400" y="0"/>
                  </a:cubicBezTo>
                  <a:cubicBezTo>
                    <a:pt x="3785108" y="0"/>
                    <a:pt x="4876800" y="1091692"/>
                    <a:pt x="4876800" y="2438400"/>
                  </a:cubicBezTo>
                  <a:cubicBezTo>
                    <a:pt x="4876800" y="3785108"/>
                    <a:pt x="3785108" y="4876800"/>
                    <a:pt x="2438400" y="4876800"/>
                  </a:cubicBezTo>
                  <a:cubicBezTo>
                    <a:pt x="1091692" y="4876800"/>
                    <a:pt x="0" y="3785108"/>
                    <a:pt x="0" y="2438400"/>
                  </a:cubicBezTo>
                  <a:close/>
                </a:path>
              </a:pathLst>
            </a:custGeom>
            <a:solidFill>
              <a:srgbClr val="A855F7">
                <a:alpha val="2353"/>
              </a:srgbClr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005840" y="512064"/>
            <a:ext cx="16459200" cy="511654"/>
            <a:chOff x="0" y="0"/>
            <a:chExt cx="21945600" cy="68220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682200"/>
            </a:xfrm>
            <a:custGeom>
              <a:avLst/>
              <a:gdLst/>
              <a:ahLst/>
              <a:cxnLst/>
              <a:rect l="l" t="t" r="r" b="b"/>
              <a:pathLst>
                <a:path w="21945600" h="682200">
                  <a:moveTo>
                    <a:pt x="0" y="0"/>
                  </a:moveTo>
                  <a:lnTo>
                    <a:pt x="21945600" y="0"/>
                  </a:lnTo>
                  <a:lnTo>
                    <a:pt x="21945600" y="682200"/>
                  </a:lnTo>
                  <a:lnTo>
                    <a:pt x="0" y="682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76811" b="-576812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1945600" cy="72030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>
                  <a:solidFill>
                    <a:srgbClr val="A855F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ШАГ 1 · ПРИМЕР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005840" y="1060704"/>
            <a:ext cx="16459200" cy="1317146"/>
            <a:chOff x="0" y="0"/>
            <a:chExt cx="21945600" cy="175619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1945600" cy="1756200"/>
            </a:xfrm>
            <a:custGeom>
              <a:avLst/>
              <a:gdLst/>
              <a:ahLst/>
              <a:cxnLst/>
              <a:rect l="l" t="t" r="r" b="b"/>
              <a:pathLst>
                <a:path w="21945600" h="1756200">
                  <a:moveTo>
                    <a:pt x="0" y="0"/>
                  </a:moveTo>
                  <a:lnTo>
                    <a:pt x="21945600" y="0"/>
                  </a:lnTo>
                  <a:lnTo>
                    <a:pt x="21945600" y="1756200"/>
                  </a:lnTo>
                  <a:lnTo>
                    <a:pt x="0" y="1756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3486" b="-193486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152400"/>
              <a:ext cx="21945600" cy="190859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8100"/>
                </a:lnSpc>
              </a:pPr>
              <a:r>
                <a:rPr lang="en-US" sz="675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Плохой и хороший запрос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895350" y="2632710"/>
            <a:ext cx="7901854" cy="6987454"/>
            <a:chOff x="0" y="0"/>
            <a:chExt cx="10535806" cy="931660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535793" cy="9316593"/>
            </a:xfrm>
            <a:custGeom>
              <a:avLst/>
              <a:gdLst/>
              <a:ahLst/>
              <a:cxnLst/>
              <a:rect l="l" t="t" r="r" b="b"/>
              <a:pathLst>
                <a:path w="10535793" h="9316593">
                  <a:moveTo>
                    <a:pt x="0" y="245237"/>
                  </a:moveTo>
                  <a:cubicBezTo>
                    <a:pt x="0" y="109728"/>
                    <a:pt x="109728" y="0"/>
                    <a:pt x="245237" y="0"/>
                  </a:cubicBezTo>
                  <a:lnTo>
                    <a:pt x="10290556" y="0"/>
                  </a:lnTo>
                  <a:cubicBezTo>
                    <a:pt x="10425938" y="0"/>
                    <a:pt x="10535793" y="109728"/>
                    <a:pt x="10535793" y="245237"/>
                  </a:cubicBezTo>
                  <a:lnTo>
                    <a:pt x="10535793" y="9071356"/>
                  </a:lnTo>
                  <a:cubicBezTo>
                    <a:pt x="10535793" y="9206738"/>
                    <a:pt x="10426065" y="9316593"/>
                    <a:pt x="10290556" y="9316593"/>
                  </a:cubicBezTo>
                  <a:lnTo>
                    <a:pt x="245237" y="9316593"/>
                  </a:lnTo>
                  <a:cubicBezTo>
                    <a:pt x="109728" y="9316593"/>
                    <a:pt x="0" y="9206865"/>
                    <a:pt x="0" y="9071356"/>
                  </a:cubicBezTo>
                  <a:close/>
                </a:path>
              </a:pathLst>
            </a:custGeom>
            <a:solidFill>
              <a:srgbClr val="1F0814"/>
            </a:solidFill>
            <a:ln w="38100" cap="sq">
              <a:solidFill>
                <a:srgbClr val="EF4444"/>
              </a:solidFill>
              <a:prstDash val="solid"/>
              <a:miter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1316736" y="2962656"/>
            <a:ext cx="7095601" cy="694801"/>
            <a:chOff x="0" y="0"/>
            <a:chExt cx="9460802" cy="926401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9460800" cy="926400"/>
            </a:xfrm>
            <a:custGeom>
              <a:avLst/>
              <a:gdLst/>
              <a:ahLst/>
              <a:cxnLst/>
              <a:rect l="l" t="t" r="r" b="b"/>
              <a:pathLst>
                <a:path w="9460800" h="926400">
                  <a:moveTo>
                    <a:pt x="0" y="0"/>
                  </a:moveTo>
                  <a:lnTo>
                    <a:pt x="9460800" y="0"/>
                  </a:lnTo>
                  <a:lnTo>
                    <a:pt x="9460800" y="926400"/>
                  </a:lnTo>
                  <a:lnTo>
                    <a:pt x="0" y="926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8989" b="-148989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-57150"/>
              <a:ext cx="9460802" cy="98355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00"/>
                </a:lnSpc>
              </a:pPr>
              <a:r>
                <a:rPr lang="en-US" sz="2250" b="1">
                  <a:solidFill>
                    <a:srgbClr val="EF444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✕  ПЛОХО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316736" y="3767328"/>
            <a:ext cx="7095601" cy="1133999"/>
            <a:chOff x="0" y="0"/>
            <a:chExt cx="9460802" cy="1511998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9460800" cy="1512000"/>
            </a:xfrm>
            <a:custGeom>
              <a:avLst/>
              <a:gdLst/>
              <a:ahLst/>
              <a:cxnLst/>
              <a:rect l="l" t="t" r="r" b="b"/>
              <a:pathLst>
                <a:path w="9460800" h="1512000">
                  <a:moveTo>
                    <a:pt x="0" y="0"/>
                  </a:moveTo>
                  <a:lnTo>
                    <a:pt x="9460800" y="0"/>
                  </a:lnTo>
                  <a:lnTo>
                    <a:pt x="9460800" y="1512000"/>
                  </a:lnTo>
                  <a:lnTo>
                    <a:pt x="0" y="1512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1920" b="-71920"/>
              </a:stretch>
            </a:blipFill>
          </p:spPr>
        </p:sp>
        <p:sp>
          <p:nvSpPr>
            <p:cNvPr id="17" name="TextBox 17"/>
            <p:cNvSpPr txBox="1"/>
            <p:nvPr/>
          </p:nvSpPr>
          <p:spPr>
            <a:xfrm>
              <a:off x="0" y="-95250"/>
              <a:ext cx="9460802" cy="16072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220"/>
                </a:lnSpc>
              </a:pPr>
              <a:r>
                <a:rPr lang="en-US" sz="435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«Сделай сайт»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316736" y="4974336"/>
            <a:ext cx="7095601" cy="4206154"/>
            <a:chOff x="0" y="0"/>
            <a:chExt cx="9460802" cy="5608206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9460800" cy="5608200"/>
            </a:xfrm>
            <a:custGeom>
              <a:avLst/>
              <a:gdLst/>
              <a:ahLst/>
              <a:cxnLst/>
              <a:rect l="l" t="t" r="r" b="b"/>
              <a:pathLst>
                <a:path w="9460800" h="5608200">
                  <a:moveTo>
                    <a:pt x="0" y="0"/>
                  </a:moveTo>
                  <a:lnTo>
                    <a:pt x="9460800" y="0"/>
                  </a:lnTo>
                  <a:lnTo>
                    <a:pt x="9460800" y="5608200"/>
                  </a:lnTo>
                  <a:lnTo>
                    <a:pt x="0" y="5608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056" r="-26056"/>
              </a:stretch>
            </a:blipFill>
          </p:spPr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9460802" cy="564630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A78BC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ИИ не знает ни темы, ни аудитории, ни нужных блоков.</a:t>
              </a:r>
            </a:p>
            <a:p>
              <a:pPr algn="l">
                <a:lnSpc>
                  <a:spcPts val="2520"/>
                </a:lnSpc>
              </a:pPr>
              <a:endParaRPr lang="en-US" sz="2400">
                <a:solidFill>
                  <a:srgbClr val="A78BCA"/>
                </a:solidFill>
                <a:latin typeface="Calibri (MS)"/>
                <a:ea typeface="Calibri (MS)"/>
                <a:cs typeface="Calibri (MS)"/>
                <a:sym typeface="Calibri (MS)"/>
              </a:endParaRPr>
            </a:p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A78BC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Результат будет шаблонным и бесполезным.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490710" y="2632710"/>
            <a:ext cx="7901854" cy="6987454"/>
            <a:chOff x="0" y="0"/>
            <a:chExt cx="10535806" cy="9316606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0535793" cy="9316593"/>
            </a:xfrm>
            <a:custGeom>
              <a:avLst/>
              <a:gdLst/>
              <a:ahLst/>
              <a:cxnLst/>
              <a:rect l="l" t="t" r="r" b="b"/>
              <a:pathLst>
                <a:path w="10535793" h="9316593">
                  <a:moveTo>
                    <a:pt x="0" y="245237"/>
                  </a:moveTo>
                  <a:cubicBezTo>
                    <a:pt x="0" y="109728"/>
                    <a:pt x="109728" y="0"/>
                    <a:pt x="245237" y="0"/>
                  </a:cubicBezTo>
                  <a:lnTo>
                    <a:pt x="10290556" y="0"/>
                  </a:lnTo>
                  <a:cubicBezTo>
                    <a:pt x="10425938" y="0"/>
                    <a:pt x="10535793" y="109728"/>
                    <a:pt x="10535793" y="245237"/>
                  </a:cubicBezTo>
                  <a:lnTo>
                    <a:pt x="10535793" y="9071356"/>
                  </a:lnTo>
                  <a:cubicBezTo>
                    <a:pt x="10535793" y="9206738"/>
                    <a:pt x="10426065" y="9316593"/>
                    <a:pt x="10290556" y="9316593"/>
                  </a:cubicBezTo>
                  <a:lnTo>
                    <a:pt x="245237" y="9316593"/>
                  </a:lnTo>
                  <a:cubicBezTo>
                    <a:pt x="109728" y="9316593"/>
                    <a:pt x="0" y="9206865"/>
                    <a:pt x="0" y="9071356"/>
                  </a:cubicBezTo>
                  <a:close/>
                </a:path>
              </a:pathLst>
            </a:custGeom>
            <a:solidFill>
              <a:srgbClr val="081F10"/>
            </a:solidFill>
            <a:ln w="38100" cap="sq">
              <a:solidFill>
                <a:srgbClr val="22C55E"/>
              </a:solidFill>
              <a:prstDash val="solid"/>
              <a:miter/>
            </a:ln>
          </p:spPr>
        </p:sp>
      </p:grpSp>
      <p:grpSp>
        <p:nvGrpSpPr>
          <p:cNvPr id="23" name="Group 23"/>
          <p:cNvGrpSpPr/>
          <p:nvPr/>
        </p:nvGrpSpPr>
        <p:grpSpPr>
          <a:xfrm>
            <a:off x="9912096" y="2962656"/>
            <a:ext cx="7095601" cy="694801"/>
            <a:chOff x="0" y="0"/>
            <a:chExt cx="9460802" cy="926401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9460800" cy="926400"/>
            </a:xfrm>
            <a:custGeom>
              <a:avLst/>
              <a:gdLst/>
              <a:ahLst/>
              <a:cxnLst/>
              <a:rect l="l" t="t" r="r" b="b"/>
              <a:pathLst>
                <a:path w="9460800" h="926400">
                  <a:moveTo>
                    <a:pt x="0" y="0"/>
                  </a:moveTo>
                  <a:lnTo>
                    <a:pt x="9460800" y="0"/>
                  </a:lnTo>
                  <a:lnTo>
                    <a:pt x="9460800" y="926400"/>
                  </a:lnTo>
                  <a:lnTo>
                    <a:pt x="0" y="926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8989" b="-148989"/>
              </a:stretch>
            </a:blipFill>
          </p:spPr>
        </p:sp>
        <p:sp>
          <p:nvSpPr>
            <p:cNvPr id="25" name="TextBox 25"/>
            <p:cNvSpPr txBox="1"/>
            <p:nvPr/>
          </p:nvSpPr>
          <p:spPr>
            <a:xfrm>
              <a:off x="0" y="-57150"/>
              <a:ext cx="9460802" cy="98355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00"/>
                </a:lnSpc>
              </a:pPr>
              <a:r>
                <a:rPr lang="en-US" sz="2250" b="1">
                  <a:solidFill>
                    <a:srgbClr val="22C55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  ХОРОШО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912096" y="3767328"/>
            <a:ext cx="7095601" cy="5669547"/>
            <a:chOff x="0" y="0"/>
            <a:chExt cx="9460802" cy="7559396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9460800" cy="7559400"/>
            </a:xfrm>
            <a:custGeom>
              <a:avLst/>
              <a:gdLst/>
              <a:ahLst/>
              <a:cxnLst/>
              <a:rect l="l" t="t" r="r" b="b"/>
              <a:pathLst>
                <a:path w="9460800" h="7559400">
                  <a:moveTo>
                    <a:pt x="0" y="0"/>
                  </a:moveTo>
                  <a:lnTo>
                    <a:pt x="9460800" y="0"/>
                  </a:lnTo>
                  <a:lnTo>
                    <a:pt x="9460800" y="7559400"/>
                  </a:lnTo>
                  <a:lnTo>
                    <a:pt x="0" y="7559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2517" r="-52517"/>
              </a:stretch>
            </a:blipFill>
          </p:spPr>
        </p:sp>
        <p:sp>
          <p:nvSpPr>
            <p:cNvPr id="28" name="TextBox 28"/>
            <p:cNvSpPr txBox="1"/>
            <p:nvPr/>
          </p:nvSpPr>
          <p:spPr>
            <a:xfrm>
              <a:off x="0" y="-57150"/>
              <a:ext cx="9460802" cy="761654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«Создай одностраничный сайт для обучения новых менеджеров по продажам.</a:t>
              </a:r>
            </a:p>
            <a:p>
              <a:pPr algn="l">
                <a:lnSpc>
                  <a:spcPts val="2520"/>
                </a:lnSpc>
              </a:pPr>
              <a:endParaRPr lang="en-US" sz="225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endParaRPr>
            </a:p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Цель: за 15 минут познакомить с правилами работы в CRM.</a:t>
              </a:r>
            </a:p>
            <a:p>
              <a:pPr algn="l">
                <a:lnSpc>
                  <a:spcPts val="2520"/>
                </a:lnSpc>
              </a:pPr>
              <a:endParaRPr lang="en-US" sz="225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endParaRPr>
            </a:p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Блоки: приветствие, 5 шагов работы с клиентом, чек-лист, контакты наставника.</a:t>
              </a:r>
            </a:p>
            <a:p>
              <a:pPr algn="l">
                <a:lnSpc>
                  <a:spcPts val="2520"/>
                </a:lnSpc>
              </a:pPr>
              <a:endParaRPr lang="en-US" sz="225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endParaRPr>
            </a:p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Стиль: дружелюбный, корпоративный.»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7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996160" y="-731520"/>
            <a:ext cx="3657600" cy="3657600"/>
            <a:chOff x="0" y="0"/>
            <a:chExt cx="4876800" cy="4876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76800" cy="4876800"/>
            </a:xfrm>
            <a:custGeom>
              <a:avLst/>
              <a:gdLst/>
              <a:ahLst/>
              <a:cxnLst/>
              <a:rect l="l" t="t" r="r" b="b"/>
              <a:pathLst>
                <a:path w="4876800" h="4876800">
                  <a:moveTo>
                    <a:pt x="0" y="2438400"/>
                  </a:moveTo>
                  <a:cubicBezTo>
                    <a:pt x="0" y="1091692"/>
                    <a:pt x="1091692" y="0"/>
                    <a:pt x="2438400" y="0"/>
                  </a:cubicBezTo>
                  <a:cubicBezTo>
                    <a:pt x="3785108" y="0"/>
                    <a:pt x="4876800" y="1091692"/>
                    <a:pt x="4876800" y="2438400"/>
                  </a:cubicBezTo>
                  <a:cubicBezTo>
                    <a:pt x="4876800" y="3785108"/>
                    <a:pt x="3785108" y="4876800"/>
                    <a:pt x="2438400" y="4876800"/>
                  </a:cubicBezTo>
                  <a:cubicBezTo>
                    <a:pt x="1091692" y="4876800"/>
                    <a:pt x="0" y="3785108"/>
                    <a:pt x="0" y="2438400"/>
                  </a:cubicBezTo>
                  <a:close/>
                </a:path>
              </a:pathLst>
            </a:custGeom>
            <a:solidFill>
              <a:srgbClr val="7C3AED">
                <a:alpha val="3137"/>
              </a:srgbClr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005840" y="512064"/>
            <a:ext cx="16459200" cy="511654"/>
            <a:chOff x="0" y="0"/>
            <a:chExt cx="21945600" cy="68220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682200"/>
            </a:xfrm>
            <a:custGeom>
              <a:avLst/>
              <a:gdLst/>
              <a:ahLst/>
              <a:cxnLst/>
              <a:rect l="l" t="t" r="r" b="b"/>
              <a:pathLst>
                <a:path w="21945600" h="682200">
                  <a:moveTo>
                    <a:pt x="0" y="0"/>
                  </a:moveTo>
                  <a:lnTo>
                    <a:pt x="21945600" y="0"/>
                  </a:lnTo>
                  <a:lnTo>
                    <a:pt x="21945600" y="682200"/>
                  </a:lnTo>
                  <a:lnTo>
                    <a:pt x="0" y="682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76811" b="-576812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1945600" cy="72030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>
                  <a:solidFill>
                    <a:srgbClr val="A855F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ШАГ 1 · ЧЕГО ИЗБЕГАТЬ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005840" y="859736"/>
            <a:ext cx="16459200" cy="1317146"/>
            <a:chOff x="0" y="0"/>
            <a:chExt cx="21945600" cy="175619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1945600" cy="1756200"/>
            </a:xfrm>
            <a:custGeom>
              <a:avLst/>
              <a:gdLst/>
              <a:ahLst/>
              <a:cxnLst/>
              <a:rect l="l" t="t" r="r" b="b"/>
              <a:pathLst>
                <a:path w="21945600" h="1756200">
                  <a:moveTo>
                    <a:pt x="0" y="0"/>
                  </a:moveTo>
                  <a:lnTo>
                    <a:pt x="21945600" y="0"/>
                  </a:lnTo>
                  <a:lnTo>
                    <a:pt x="21945600" y="1756200"/>
                  </a:lnTo>
                  <a:lnTo>
                    <a:pt x="0" y="1756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3486" b="-193486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152400"/>
              <a:ext cx="21945600" cy="190859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8100"/>
                </a:lnSpc>
              </a:pPr>
              <a:r>
                <a:rPr lang="en-US" sz="675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Ошибки в промте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01703" y="2230498"/>
            <a:ext cx="7647937" cy="1053636"/>
            <a:chOff x="0" y="0"/>
            <a:chExt cx="10197249" cy="140484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197211" cy="1404874"/>
            </a:xfrm>
            <a:custGeom>
              <a:avLst/>
              <a:gdLst/>
              <a:ahLst/>
              <a:cxnLst/>
              <a:rect l="l" t="t" r="r" b="b"/>
              <a:pathLst>
                <a:path w="10197211" h="1404874">
                  <a:moveTo>
                    <a:pt x="0" y="169545"/>
                  </a:moveTo>
                  <a:cubicBezTo>
                    <a:pt x="0" y="75946"/>
                    <a:pt x="75946" y="0"/>
                    <a:pt x="169545" y="0"/>
                  </a:cubicBezTo>
                  <a:lnTo>
                    <a:pt x="10027666" y="0"/>
                  </a:lnTo>
                  <a:cubicBezTo>
                    <a:pt x="10121265" y="0"/>
                    <a:pt x="10197211" y="75946"/>
                    <a:pt x="10197211" y="169545"/>
                  </a:cubicBezTo>
                  <a:lnTo>
                    <a:pt x="10197211" y="1235329"/>
                  </a:lnTo>
                  <a:cubicBezTo>
                    <a:pt x="10197211" y="1328928"/>
                    <a:pt x="10121265" y="1404874"/>
                    <a:pt x="10027666" y="1404874"/>
                  </a:cubicBezTo>
                  <a:lnTo>
                    <a:pt x="169545" y="1404874"/>
                  </a:lnTo>
                  <a:cubicBezTo>
                    <a:pt x="75946" y="1404874"/>
                    <a:pt x="0" y="1328928"/>
                    <a:pt x="0" y="1235329"/>
                  </a:cubicBezTo>
                  <a:close/>
                </a:path>
              </a:pathLst>
            </a:custGeom>
            <a:solidFill>
              <a:srgbClr val="1F0814"/>
            </a:solidFill>
            <a:ln w="25388" cap="sq">
              <a:solidFill>
                <a:srgbClr val="5C1616"/>
              </a:solidFill>
              <a:prstDash val="solid"/>
              <a:miter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1243584" y="2243195"/>
            <a:ext cx="673646" cy="1028252"/>
            <a:chOff x="0" y="0"/>
            <a:chExt cx="898195" cy="1371003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98200" cy="1371000"/>
            </a:xfrm>
            <a:custGeom>
              <a:avLst/>
              <a:gdLst/>
              <a:ahLst/>
              <a:cxnLst/>
              <a:rect l="l" t="t" r="r" b="b"/>
              <a:pathLst>
                <a:path w="898200" h="1371000">
                  <a:moveTo>
                    <a:pt x="0" y="0"/>
                  </a:moveTo>
                  <a:lnTo>
                    <a:pt x="898200" y="0"/>
                  </a:lnTo>
                  <a:lnTo>
                    <a:pt x="898200" y="1371000"/>
                  </a:lnTo>
                  <a:lnTo>
                    <a:pt x="0" y="137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5841" r="-145840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898195" cy="140910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EF444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✕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2011680" y="2243195"/>
            <a:ext cx="6292796" cy="1028252"/>
            <a:chOff x="0" y="0"/>
            <a:chExt cx="8390395" cy="137100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390400" cy="1371000"/>
            </a:xfrm>
            <a:custGeom>
              <a:avLst/>
              <a:gdLst/>
              <a:ahLst/>
              <a:cxnLst/>
              <a:rect l="l" t="t" r="r" b="b"/>
              <a:pathLst>
                <a:path w="8390400" h="1371000">
                  <a:moveTo>
                    <a:pt x="0" y="0"/>
                  </a:moveTo>
                  <a:lnTo>
                    <a:pt x="8390400" y="0"/>
                  </a:lnTo>
                  <a:lnTo>
                    <a:pt x="8390400" y="1371000"/>
                  </a:lnTo>
                  <a:lnTo>
                    <a:pt x="0" y="137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9246" b="-69246"/>
              </a:stretch>
            </a:blip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8390395" cy="140910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Слишком короткий запрос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314183" y="2230498"/>
            <a:ext cx="7824788" cy="1053636"/>
            <a:chOff x="0" y="0"/>
            <a:chExt cx="10433050" cy="140484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0433050" cy="1404874"/>
            </a:xfrm>
            <a:custGeom>
              <a:avLst/>
              <a:gdLst/>
              <a:ahLst/>
              <a:cxnLst/>
              <a:rect l="l" t="t" r="r" b="b"/>
              <a:pathLst>
                <a:path w="10433050" h="1404874">
                  <a:moveTo>
                    <a:pt x="0" y="169545"/>
                  </a:moveTo>
                  <a:cubicBezTo>
                    <a:pt x="0" y="75946"/>
                    <a:pt x="75946" y="0"/>
                    <a:pt x="169545" y="0"/>
                  </a:cubicBezTo>
                  <a:lnTo>
                    <a:pt x="10263505" y="0"/>
                  </a:lnTo>
                  <a:cubicBezTo>
                    <a:pt x="10357103" y="0"/>
                    <a:pt x="10433050" y="75946"/>
                    <a:pt x="10433050" y="169545"/>
                  </a:cubicBezTo>
                  <a:lnTo>
                    <a:pt x="10433050" y="1235329"/>
                  </a:lnTo>
                  <a:cubicBezTo>
                    <a:pt x="10433050" y="1328928"/>
                    <a:pt x="10357103" y="1404874"/>
                    <a:pt x="10263505" y="1404874"/>
                  </a:cubicBezTo>
                  <a:lnTo>
                    <a:pt x="169545" y="1404874"/>
                  </a:lnTo>
                  <a:cubicBezTo>
                    <a:pt x="75946" y="1404874"/>
                    <a:pt x="0" y="1328928"/>
                    <a:pt x="0" y="1235329"/>
                  </a:cubicBezTo>
                  <a:close/>
                </a:path>
              </a:pathLst>
            </a:custGeom>
            <a:solidFill>
              <a:srgbClr val="081F10"/>
            </a:solidFill>
            <a:ln w="25388" cap="sq">
              <a:solidFill>
                <a:srgbClr val="165C2A"/>
              </a:solidFill>
              <a:prstDash val="solid"/>
              <a:miter/>
            </a:ln>
          </p:spPr>
        </p:sp>
      </p:grpSp>
      <p:grpSp>
        <p:nvGrpSpPr>
          <p:cNvPr id="20" name="Group 20"/>
          <p:cNvGrpSpPr/>
          <p:nvPr/>
        </p:nvGrpSpPr>
        <p:grpSpPr>
          <a:xfrm>
            <a:off x="9656064" y="2243195"/>
            <a:ext cx="673646" cy="1028252"/>
            <a:chOff x="0" y="0"/>
            <a:chExt cx="898195" cy="1371003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98200" cy="1371000"/>
            </a:xfrm>
            <a:custGeom>
              <a:avLst/>
              <a:gdLst/>
              <a:ahLst/>
              <a:cxnLst/>
              <a:rect l="l" t="t" r="r" b="b"/>
              <a:pathLst>
                <a:path w="898200" h="1371000">
                  <a:moveTo>
                    <a:pt x="0" y="0"/>
                  </a:moveTo>
                  <a:lnTo>
                    <a:pt x="898200" y="0"/>
                  </a:lnTo>
                  <a:lnTo>
                    <a:pt x="898200" y="1371000"/>
                  </a:lnTo>
                  <a:lnTo>
                    <a:pt x="0" y="137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5841" r="-145840"/>
              </a:stretch>
            </a:blipFill>
          </p:spPr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898195" cy="140910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22C55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0424160" y="2243195"/>
            <a:ext cx="6469647" cy="1028252"/>
            <a:chOff x="0" y="0"/>
            <a:chExt cx="8626196" cy="1371003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626200" cy="1371000"/>
            </a:xfrm>
            <a:custGeom>
              <a:avLst/>
              <a:gdLst/>
              <a:ahLst/>
              <a:cxnLst/>
              <a:rect l="l" t="t" r="r" b="b"/>
              <a:pathLst>
                <a:path w="8626200" h="1371000">
                  <a:moveTo>
                    <a:pt x="0" y="0"/>
                  </a:moveTo>
                  <a:lnTo>
                    <a:pt x="8626200" y="0"/>
                  </a:lnTo>
                  <a:lnTo>
                    <a:pt x="8626200" y="1371000"/>
                  </a:lnTo>
                  <a:lnTo>
                    <a:pt x="0" y="137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2597" b="-72598"/>
              </a:stretch>
            </a:blipFill>
          </p:spPr>
        </p:sp>
        <p:sp>
          <p:nvSpPr>
            <p:cNvPr id="25" name="TextBox 25"/>
            <p:cNvSpPr txBox="1"/>
            <p:nvPr/>
          </p:nvSpPr>
          <p:spPr>
            <a:xfrm>
              <a:off x="0" y="-57150"/>
              <a:ext cx="8626196" cy="142815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Добавьте тему, аудиторию, блоки и цель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01703" y="3547234"/>
            <a:ext cx="7647937" cy="1053636"/>
            <a:chOff x="0" y="0"/>
            <a:chExt cx="10197249" cy="140484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0197211" cy="1404874"/>
            </a:xfrm>
            <a:custGeom>
              <a:avLst/>
              <a:gdLst/>
              <a:ahLst/>
              <a:cxnLst/>
              <a:rect l="l" t="t" r="r" b="b"/>
              <a:pathLst>
                <a:path w="10197211" h="1404874">
                  <a:moveTo>
                    <a:pt x="0" y="169545"/>
                  </a:moveTo>
                  <a:cubicBezTo>
                    <a:pt x="0" y="75946"/>
                    <a:pt x="75946" y="0"/>
                    <a:pt x="169545" y="0"/>
                  </a:cubicBezTo>
                  <a:lnTo>
                    <a:pt x="10027666" y="0"/>
                  </a:lnTo>
                  <a:cubicBezTo>
                    <a:pt x="10121265" y="0"/>
                    <a:pt x="10197211" y="75946"/>
                    <a:pt x="10197211" y="169545"/>
                  </a:cubicBezTo>
                  <a:lnTo>
                    <a:pt x="10197211" y="1235329"/>
                  </a:lnTo>
                  <a:cubicBezTo>
                    <a:pt x="10197211" y="1328928"/>
                    <a:pt x="10121265" y="1404874"/>
                    <a:pt x="10027666" y="1404874"/>
                  </a:cubicBezTo>
                  <a:lnTo>
                    <a:pt x="169545" y="1404874"/>
                  </a:lnTo>
                  <a:cubicBezTo>
                    <a:pt x="75946" y="1404874"/>
                    <a:pt x="0" y="1328928"/>
                    <a:pt x="0" y="1235329"/>
                  </a:cubicBezTo>
                  <a:close/>
                </a:path>
              </a:pathLst>
            </a:custGeom>
            <a:solidFill>
              <a:srgbClr val="1F0814"/>
            </a:solidFill>
            <a:ln w="25388" cap="sq">
              <a:solidFill>
                <a:srgbClr val="5C1616"/>
              </a:solidFill>
              <a:prstDash val="solid"/>
              <a:miter/>
            </a:ln>
          </p:spPr>
        </p:sp>
      </p:grpSp>
      <p:grpSp>
        <p:nvGrpSpPr>
          <p:cNvPr id="28" name="Group 28"/>
          <p:cNvGrpSpPr/>
          <p:nvPr/>
        </p:nvGrpSpPr>
        <p:grpSpPr>
          <a:xfrm>
            <a:off x="1243584" y="3559931"/>
            <a:ext cx="673646" cy="1028252"/>
            <a:chOff x="0" y="0"/>
            <a:chExt cx="898195" cy="1371003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98200" cy="1371000"/>
            </a:xfrm>
            <a:custGeom>
              <a:avLst/>
              <a:gdLst/>
              <a:ahLst/>
              <a:cxnLst/>
              <a:rect l="l" t="t" r="r" b="b"/>
              <a:pathLst>
                <a:path w="898200" h="1371000">
                  <a:moveTo>
                    <a:pt x="0" y="0"/>
                  </a:moveTo>
                  <a:lnTo>
                    <a:pt x="898200" y="0"/>
                  </a:lnTo>
                  <a:lnTo>
                    <a:pt x="898200" y="1371000"/>
                  </a:lnTo>
                  <a:lnTo>
                    <a:pt x="0" y="137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5841" r="-145840"/>
              </a:stretch>
            </a:blipFill>
          </p:spPr>
        </p:sp>
        <p:sp>
          <p:nvSpPr>
            <p:cNvPr id="30" name="TextBox 30"/>
            <p:cNvSpPr txBox="1"/>
            <p:nvPr/>
          </p:nvSpPr>
          <p:spPr>
            <a:xfrm>
              <a:off x="0" y="-38100"/>
              <a:ext cx="898195" cy="140910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EF444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✕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2011680" y="3559931"/>
            <a:ext cx="6292796" cy="1028252"/>
            <a:chOff x="0" y="0"/>
            <a:chExt cx="8390395" cy="1371003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390400" cy="1371000"/>
            </a:xfrm>
            <a:custGeom>
              <a:avLst/>
              <a:gdLst/>
              <a:ahLst/>
              <a:cxnLst/>
              <a:rect l="l" t="t" r="r" b="b"/>
              <a:pathLst>
                <a:path w="8390400" h="1371000">
                  <a:moveTo>
                    <a:pt x="0" y="0"/>
                  </a:moveTo>
                  <a:lnTo>
                    <a:pt x="8390400" y="0"/>
                  </a:lnTo>
                  <a:lnTo>
                    <a:pt x="8390400" y="1371000"/>
                  </a:lnTo>
                  <a:lnTo>
                    <a:pt x="0" y="137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9246" b="-69246"/>
              </a:stretch>
            </a:blipFill>
          </p:spPr>
        </p:sp>
        <p:sp>
          <p:nvSpPr>
            <p:cNvPr id="33" name="TextBox 33"/>
            <p:cNvSpPr txBox="1"/>
            <p:nvPr/>
          </p:nvSpPr>
          <p:spPr>
            <a:xfrm>
              <a:off x="0" y="-38100"/>
              <a:ext cx="8390395" cy="140910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Нет описания аудитории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314183" y="3547234"/>
            <a:ext cx="7824788" cy="1053636"/>
            <a:chOff x="0" y="0"/>
            <a:chExt cx="10433050" cy="140484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0433050" cy="1404874"/>
            </a:xfrm>
            <a:custGeom>
              <a:avLst/>
              <a:gdLst/>
              <a:ahLst/>
              <a:cxnLst/>
              <a:rect l="l" t="t" r="r" b="b"/>
              <a:pathLst>
                <a:path w="10433050" h="1404874">
                  <a:moveTo>
                    <a:pt x="0" y="169545"/>
                  </a:moveTo>
                  <a:cubicBezTo>
                    <a:pt x="0" y="75946"/>
                    <a:pt x="75946" y="0"/>
                    <a:pt x="169545" y="0"/>
                  </a:cubicBezTo>
                  <a:lnTo>
                    <a:pt x="10263505" y="0"/>
                  </a:lnTo>
                  <a:cubicBezTo>
                    <a:pt x="10357103" y="0"/>
                    <a:pt x="10433050" y="75946"/>
                    <a:pt x="10433050" y="169545"/>
                  </a:cubicBezTo>
                  <a:lnTo>
                    <a:pt x="10433050" y="1235329"/>
                  </a:lnTo>
                  <a:cubicBezTo>
                    <a:pt x="10433050" y="1328928"/>
                    <a:pt x="10357103" y="1404874"/>
                    <a:pt x="10263505" y="1404874"/>
                  </a:cubicBezTo>
                  <a:lnTo>
                    <a:pt x="169545" y="1404874"/>
                  </a:lnTo>
                  <a:cubicBezTo>
                    <a:pt x="75946" y="1404874"/>
                    <a:pt x="0" y="1328928"/>
                    <a:pt x="0" y="1235329"/>
                  </a:cubicBezTo>
                  <a:close/>
                </a:path>
              </a:pathLst>
            </a:custGeom>
            <a:solidFill>
              <a:srgbClr val="081F10"/>
            </a:solidFill>
            <a:ln w="25388" cap="sq">
              <a:solidFill>
                <a:srgbClr val="165C2A"/>
              </a:solidFill>
              <a:prstDash val="solid"/>
              <a:miter/>
            </a:ln>
          </p:spPr>
        </p:sp>
      </p:grpSp>
      <p:grpSp>
        <p:nvGrpSpPr>
          <p:cNvPr id="36" name="Group 36"/>
          <p:cNvGrpSpPr/>
          <p:nvPr/>
        </p:nvGrpSpPr>
        <p:grpSpPr>
          <a:xfrm>
            <a:off x="9656064" y="3559931"/>
            <a:ext cx="673646" cy="1028252"/>
            <a:chOff x="0" y="0"/>
            <a:chExt cx="898195" cy="1371003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98200" cy="1371000"/>
            </a:xfrm>
            <a:custGeom>
              <a:avLst/>
              <a:gdLst/>
              <a:ahLst/>
              <a:cxnLst/>
              <a:rect l="l" t="t" r="r" b="b"/>
              <a:pathLst>
                <a:path w="898200" h="1371000">
                  <a:moveTo>
                    <a:pt x="0" y="0"/>
                  </a:moveTo>
                  <a:lnTo>
                    <a:pt x="898200" y="0"/>
                  </a:lnTo>
                  <a:lnTo>
                    <a:pt x="898200" y="1371000"/>
                  </a:lnTo>
                  <a:lnTo>
                    <a:pt x="0" y="137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5841" r="-145840"/>
              </a:stretch>
            </a:blipFill>
          </p:spPr>
        </p:sp>
        <p:sp>
          <p:nvSpPr>
            <p:cNvPr id="38" name="TextBox 38"/>
            <p:cNvSpPr txBox="1"/>
            <p:nvPr/>
          </p:nvSpPr>
          <p:spPr>
            <a:xfrm>
              <a:off x="0" y="-38100"/>
              <a:ext cx="898195" cy="140910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22C55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10424160" y="3559931"/>
            <a:ext cx="6469647" cy="1028252"/>
            <a:chOff x="0" y="0"/>
            <a:chExt cx="8626196" cy="1371003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626200" cy="1371000"/>
            </a:xfrm>
            <a:custGeom>
              <a:avLst/>
              <a:gdLst/>
              <a:ahLst/>
              <a:cxnLst/>
              <a:rect l="l" t="t" r="r" b="b"/>
              <a:pathLst>
                <a:path w="8626200" h="1371000">
                  <a:moveTo>
                    <a:pt x="0" y="0"/>
                  </a:moveTo>
                  <a:lnTo>
                    <a:pt x="8626200" y="0"/>
                  </a:lnTo>
                  <a:lnTo>
                    <a:pt x="8626200" y="1371000"/>
                  </a:lnTo>
                  <a:lnTo>
                    <a:pt x="0" y="137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2597" b="-72598"/>
              </a:stretch>
            </a:blipFill>
          </p:spPr>
        </p:sp>
        <p:sp>
          <p:nvSpPr>
            <p:cNvPr id="41" name="TextBox 41"/>
            <p:cNvSpPr txBox="1"/>
            <p:nvPr/>
          </p:nvSpPr>
          <p:spPr>
            <a:xfrm>
              <a:off x="0" y="-57150"/>
              <a:ext cx="8626196" cy="142815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Укажите, для кого именно вы это делаете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901703" y="4863970"/>
            <a:ext cx="7647937" cy="1053636"/>
            <a:chOff x="0" y="0"/>
            <a:chExt cx="10197249" cy="1404849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10197211" cy="1404874"/>
            </a:xfrm>
            <a:custGeom>
              <a:avLst/>
              <a:gdLst/>
              <a:ahLst/>
              <a:cxnLst/>
              <a:rect l="l" t="t" r="r" b="b"/>
              <a:pathLst>
                <a:path w="10197211" h="1404874">
                  <a:moveTo>
                    <a:pt x="0" y="169545"/>
                  </a:moveTo>
                  <a:cubicBezTo>
                    <a:pt x="0" y="75946"/>
                    <a:pt x="75946" y="0"/>
                    <a:pt x="169545" y="0"/>
                  </a:cubicBezTo>
                  <a:lnTo>
                    <a:pt x="10027666" y="0"/>
                  </a:lnTo>
                  <a:cubicBezTo>
                    <a:pt x="10121265" y="0"/>
                    <a:pt x="10197211" y="75946"/>
                    <a:pt x="10197211" y="169545"/>
                  </a:cubicBezTo>
                  <a:lnTo>
                    <a:pt x="10197211" y="1235329"/>
                  </a:lnTo>
                  <a:cubicBezTo>
                    <a:pt x="10197211" y="1328928"/>
                    <a:pt x="10121265" y="1404874"/>
                    <a:pt x="10027666" y="1404874"/>
                  </a:cubicBezTo>
                  <a:lnTo>
                    <a:pt x="169545" y="1404874"/>
                  </a:lnTo>
                  <a:cubicBezTo>
                    <a:pt x="75946" y="1404874"/>
                    <a:pt x="0" y="1328928"/>
                    <a:pt x="0" y="1235329"/>
                  </a:cubicBezTo>
                  <a:close/>
                </a:path>
              </a:pathLst>
            </a:custGeom>
            <a:solidFill>
              <a:srgbClr val="1F0814"/>
            </a:solidFill>
            <a:ln w="25388" cap="sq">
              <a:solidFill>
                <a:srgbClr val="5C1616"/>
              </a:solidFill>
              <a:prstDash val="solid"/>
              <a:miter/>
            </a:ln>
          </p:spPr>
        </p:sp>
      </p:grpSp>
      <p:grpSp>
        <p:nvGrpSpPr>
          <p:cNvPr id="44" name="Group 44"/>
          <p:cNvGrpSpPr/>
          <p:nvPr/>
        </p:nvGrpSpPr>
        <p:grpSpPr>
          <a:xfrm>
            <a:off x="1243584" y="4876667"/>
            <a:ext cx="673646" cy="1028252"/>
            <a:chOff x="0" y="0"/>
            <a:chExt cx="898195" cy="1371003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98200" cy="1371000"/>
            </a:xfrm>
            <a:custGeom>
              <a:avLst/>
              <a:gdLst/>
              <a:ahLst/>
              <a:cxnLst/>
              <a:rect l="l" t="t" r="r" b="b"/>
              <a:pathLst>
                <a:path w="898200" h="1371000">
                  <a:moveTo>
                    <a:pt x="0" y="0"/>
                  </a:moveTo>
                  <a:lnTo>
                    <a:pt x="898200" y="0"/>
                  </a:lnTo>
                  <a:lnTo>
                    <a:pt x="898200" y="1371000"/>
                  </a:lnTo>
                  <a:lnTo>
                    <a:pt x="0" y="137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5841" r="-145840"/>
              </a:stretch>
            </a:blipFill>
          </p:spPr>
        </p:sp>
        <p:sp>
          <p:nvSpPr>
            <p:cNvPr id="46" name="TextBox 46"/>
            <p:cNvSpPr txBox="1"/>
            <p:nvPr/>
          </p:nvSpPr>
          <p:spPr>
            <a:xfrm>
              <a:off x="0" y="-38100"/>
              <a:ext cx="898195" cy="140910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EF444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✕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2011680" y="4876667"/>
            <a:ext cx="6292796" cy="1028252"/>
            <a:chOff x="0" y="0"/>
            <a:chExt cx="8390395" cy="1371003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8390400" cy="1371000"/>
            </a:xfrm>
            <a:custGeom>
              <a:avLst/>
              <a:gdLst/>
              <a:ahLst/>
              <a:cxnLst/>
              <a:rect l="l" t="t" r="r" b="b"/>
              <a:pathLst>
                <a:path w="8390400" h="1371000">
                  <a:moveTo>
                    <a:pt x="0" y="0"/>
                  </a:moveTo>
                  <a:lnTo>
                    <a:pt x="8390400" y="0"/>
                  </a:lnTo>
                  <a:lnTo>
                    <a:pt x="8390400" y="1371000"/>
                  </a:lnTo>
                  <a:lnTo>
                    <a:pt x="0" y="137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9246" b="-69246"/>
              </a:stretch>
            </a:blipFill>
          </p:spPr>
        </p:sp>
        <p:sp>
          <p:nvSpPr>
            <p:cNvPr id="49" name="TextBox 49"/>
            <p:cNvSpPr txBox="1"/>
            <p:nvPr/>
          </p:nvSpPr>
          <p:spPr>
            <a:xfrm>
              <a:off x="0" y="-38100"/>
              <a:ext cx="8390395" cy="140910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Нет структуры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9314183" y="4863970"/>
            <a:ext cx="7824788" cy="1053636"/>
            <a:chOff x="0" y="0"/>
            <a:chExt cx="10433050" cy="1404849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10433050" cy="1404874"/>
            </a:xfrm>
            <a:custGeom>
              <a:avLst/>
              <a:gdLst/>
              <a:ahLst/>
              <a:cxnLst/>
              <a:rect l="l" t="t" r="r" b="b"/>
              <a:pathLst>
                <a:path w="10433050" h="1404874">
                  <a:moveTo>
                    <a:pt x="0" y="169545"/>
                  </a:moveTo>
                  <a:cubicBezTo>
                    <a:pt x="0" y="75946"/>
                    <a:pt x="75946" y="0"/>
                    <a:pt x="169545" y="0"/>
                  </a:cubicBezTo>
                  <a:lnTo>
                    <a:pt x="10263505" y="0"/>
                  </a:lnTo>
                  <a:cubicBezTo>
                    <a:pt x="10357103" y="0"/>
                    <a:pt x="10433050" y="75946"/>
                    <a:pt x="10433050" y="169545"/>
                  </a:cubicBezTo>
                  <a:lnTo>
                    <a:pt x="10433050" y="1235329"/>
                  </a:lnTo>
                  <a:cubicBezTo>
                    <a:pt x="10433050" y="1328928"/>
                    <a:pt x="10357103" y="1404874"/>
                    <a:pt x="10263505" y="1404874"/>
                  </a:cubicBezTo>
                  <a:lnTo>
                    <a:pt x="169545" y="1404874"/>
                  </a:lnTo>
                  <a:cubicBezTo>
                    <a:pt x="75946" y="1404874"/>
                    <a:pt x="0" y="1328928"/>
                    <a:pt x="0" y="1235329"/>
                  </a:cubicBezTo>
                  <a:close/>
                </a:path>
              </a:pathLst>
            </a:custGeom>
            <a:solidFill>
              <a:srgbClr val="081F10"/>
            </a:solidFill>
            <a:ln w="25388" cap="sq">
              <a:solidFill>
                <a:srgbClr val="165C2A"/>
              </a:solidFill>
              <a:prstDash val="solid"/>
              <a:miter/>
            </a:ln>
          </p:spPr>
        </p:sp>
      </p:grpSp>
      <p:grpSp>
        <p:nvGrpSpPr>
          <p:cNvPr id="52" name="Group 52"/>
          <p:cNvGrpSpPr/>
          <p:nvPr/>
        </p:nvGrpSpPr>
        <p:grpSpPr>
          <a:xfrm>
            <a:off x="9656064" y="4876667"/>
            <a:ext cx="673646" cy="1028252"/>
            <a:chOff x="0" y="0"/>
            <a:chExt cx="898195" cy="1371003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898200" cy="1371000"/>
            </a:xfrm>
            <a:custGeom>
              <a:avLst/>
              <a:gdLst/>
              <a:ahLst/>
              <a:cxnLst/>
              <a:rect l="l" t="t" r="r" b="b"/>
              <a:pathLst>
                <a:path w="898200" h="1371000">
                  <a:moveTo>
                    <a:pt x="0" y="0"/>
                  </a:moveTo>
                  <a:lnTo>
                    <a:pt x="898200" y="0"/>
                  </a:lnTo>
                  <a:lnTo>
                    <a:pt x="898200" y="1371000"/>
                  </a:lnTo>
                  <a:lnTo>
                    <a:pt x="0" y="137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5841" r="-145840"/>
              </a:stretch>
            </a:blipFill>
          </p:spPr>
        </p:sp>
        <p:sp>
          <p:nvSpPr>
            <p:cNvPr id="54" name="TextBox 54"/>
            <p:cNvSpPr txBox="1"/>
            <p:nvPr/>
          </p:nvSpPr>
          <p:spPr>
            <a:xfrm>
              <a:off x="0" y="-38100"/>
              <a:ext cx="898195" cy="140910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22C55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10424160" y="4876667"/>
            <a:ext cx="6469647" cy="1028252"/>
            <a:chOff x="0" y="0"/>
            <a:chExt cx="8626196" cy="1371003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8626200" cy="1371000"/>
            </a:xfrm>
            <a:custGeom>
              <a:avLst/>
              <a:gdLst/>
              <a:ahLst/>
              <a:cxnLst/>
              <a:rect l="l" t="t" r="r" b="b"/>
              <a:pathLst>
                <a:path w="8626200" h="1371000">
                  <a:moveTo>
                    <a:pt x="0" y="0"/>
                  </a:moveTo>
                  <a:lnTo>
                    <a:pt x="8626200" y="0"/>
                  </a:lnTo>
                  <a:lnTo>
                    <a:pt x="8626200" y="1371000"/>
                  </a:lnTo>
                  <a:lnTo>
                    <a:pt x="0" y="137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2597" b="-72598"/>
              </a:stretch>
            </a:blipFill>
          </p:spPr>
        </p:sp>
        <p:sp>
          <p:nvSpPr>
            <p:cNvPr id="57" name="TextBox 57"/>
            <p:cNvSpPr txBox="1"/>
            <p:nvPr/>
          </p:nvSpPr>
          <p:spPr>
            <a:xfrm>
              <a:off x="0" y="-57150"/>
              <a:ext cx="8626196" cy="142815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Перечислите блоки списком: 1, 2, 3…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901703" y="6180706"/>
            <a:ext cx="7647937" cy="1053636"/>
            <a:chOff x="0" y="0"/>
            <a:chExt cx="10197249" cy="1404849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10197211" cy="1404874"/>
            </a:xfrm>
            <a:custGeom>
              <a:avLst/>
              <a:gdLst/>
              <a:ahLst/>
              <a:cxnLst/>
              <a:rect l="l" t="t" r="r" b="b"/>
              <a:pathLst>
                <a:path w="10197211" h="1404874">
                  <a:moveTo>
                    <a:pt x="0" y="169545"/>
                  </a:moveTo>
                  <a:cubicBezTo>
                    <a:pt x="0" y="75946"/>
                    <a:pt x="75946" y="0"/>
                    <a:pt x="169545" y="0"/>
                  </a:cubicBezTo>
                  <a:lnTo>
                    <a:pt x="10027666" y="0"/>
                  </a:lnTo>
                  <a:cubicBezTo>
                    <a:pt x="10121265" y="0"/>
                    <a:pt x="10197211" y="75946"/>
                    <a:pt x="10197211" y="169545"/>
                  </a:cubicBezTo>
                  <a:lnTo>
                    <a:pt x="10197211" y="1235329"/>
                  </a:lnTo>
                  <a:cubicBezTo>
                    <a:pt x="10197211" y="1328928"/>
                    <a:pt x="10121265" y="1404874"/>
                    <a:pt x="10027666" y="1404874"/>
                  </a:cubicBezTo>
                  <a:lnTo>
                    <a:pt x="169545" y="1404874"/>
                  </a:lnTo>
                  <a:cubicBezTo>
                    <a:pt x="75946" y="1404874"/>
                    <a:pt x="0" y="1328928"/>
                    <a:pt x="0" y="1235329"/>
                  </a:cubicBezTo>
                  <a:close/>
                </a:path>
              </a:pathLst>
            </a:custGeom>
            <a:solidFill>
              <a:srgbClr val="1F0814"/>
            </a:solidFill>
            <a:ln w="25388" cap="sq">
              <a:solidFill>
                <a:srgbClr val="5C1616"/>
              </a:solidFill>
              <a:prstDash val="solid"/>
              <a:miter/>
            </a:ln>
          </p:spPr>
        </p:sp>
      </p:grpSp>
      <p:grpSp>
        <p:nvGrpSpPr>
          <p:cNvPr id="60" name="Group 60"/>
          <p:cNvGrpSpPr/>
          <p:nvPr/>
        </p:nvGrpSpPr>
        <p:grpSpPr>
          <a:xfrm>
            <a:off x="1243584" y="6193403"/>
            <a:ext cx="673646" cy="1028252"/>
            <a:chOff x="0" y="0"/>
            <a:chExt cx="898195" cy="1371003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898200" cy="1371000"/>
            </a:xfrm>
            <a:custGeom>
              <a:avLst/>
              <a:gdLst/>
              <a:ahLst/>
              <a:cxnLst/>
              <a:rect l="l" t="t" r="r" b="b"/>
              <a:pathLst>
                <a:path w="898200" h="1371000">
                  <a:moveTo>
                    <a:pt x="0" y="0"/>
                  </a:moveTo>
                  <a:lnTo>
                    <a:pt x="898200" y="0"/>
                  </a:lnTo>
                  <a:lnTo>
                    <a:pt x="898200" y="1371000"/>
                  </a:lnTo>
                  <a:lnTo>
                    <a:pt x="0" y="137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5841" r="-145840"/>
              </a:stretch>
            </a:blipFill>
          </p:spPr>
        </p:sp>
        <p:sp>
          <p:nvSpPr>
            <p:cNvPr id="62" name="TextBox 62"/>
            <p:cNvSpPr txBox="1"/>
            <p:nvPr/>
          </p:nvSpPr>
          <p:spPr>
            <a:xfrm>
              <a:off x="0" y="-38100"/>
              <a:ext cx="898195" cy="140910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EF444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✕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2011680" y="6193403"/>
            <a:ext cx="6292796" cy="1028252"/>
            <a:chOff x="0" y="0"/>
            <a:chExt cx="8390395" cy="1371003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8390400" cy="1371000"/>
            </a:xfrm>
            <a:custGeom>
              <a:avLst/>
              <a:gdLst/>
              <a:ahLst/>
              <a:cxnLst/>
              <a:rect l="l" t="t" r="r" b="b"/>
              <a:pathLst>
                <a:path w="8390400" h="1371000">
                  <a:moveTo>
                    <a:pt x="0" y="0"/>
                  </a:moveTo>
                  <a:lnTo>
                    <a:pt x="8390400" y="0"/>
                  </a:lnTo>
                  <a:lnTo>
                    <a:pt x="8390400" y="1371000"/>
                  </a:lnTo>
                  <a:lnTo>
                    <a:pt x="0" y="137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9246" b="-69246"/>
              </a:stretch>
            </a:blipFill>
          </p:spPr>
        </p:sp>
        <p:sp>
          <p:nvSpPr>
            <p:cNvPr id="65" name="TextBox 65"/>
            <p:cNvSpPr txBox="1"/>
            <p:nvPr/>
          </p:nvSpPr>
          <p:spPr>
            <a:xfrm>
              <a:off x="0" y="-38100"/>
              <a:ext cx="8390395" cy="140910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Ждёте идеал с первого раза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9314183" y="6180706"/>
            <a:ext cx="7824788" cy="1053636"/>
            <a:chOff x="0" y="0"/>
            <a:chExt cx="10433050" cy="1404849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10433050" cy="1404874"/>
            </a:xfrm>
            <a:custGeom>
              <a:avLst/>
              <a:gdLst/>
              <a:ahLst/>
              <a:cxnLst/>
              <a:rect l="l" t="t" r="r" b="b"/>
              <a:pathLst>
                <a:path w="10433050" h="1404874">
                  <a:moveTo>
                    <a:pt x="0" y="169545"/>
                  </a:moveTo>
                  <a:cubicBezTo>
                    <a:pt x="0" y="75946"/>
                    <a:pt x="75946" y="0"/>
                    <a:pt x="169545" y="0"/>
                  </a:cubicBezTo>
                  <a:lnTo>
                    <a:pt x="10263505" y="0"/>
                  </a:lnTo>
                  <a:cubicBezTo>
                    <a:pt x="10357103" y="0"/>
                    <a:pt x="10433050" y="75946"/>
                    <a:pt x="10433050" y="169545"/>
                  </a:cubicBezTo>
                  <a:lnTo>
                    <a:pt x="10433050" y="1235329"/>
                  </a:lnTo>
                  <a:cubicBezTo>
                    <a:pt x="10433050" y="1328928"/>
                    <a:pt x="10357103" y="1404874"/>
                    <a:pt x="10263505" y="1404874"/>
                  </a:cubicBezTo>
                  <a:lnTo>
                    <a:pt x="169545" y="1404874"/>
                  </a:lnTo>
                  <a:cubicBezTo>
                    <a:pt x="75946" y="1404874"/>
                    <a:pt x="0" y="1328928"/>
                    <a:pt x="0" y="1235329"/>
                  </a:cubicBezTo>
                  <a:close/>
                </a:path>
              </a:pathLst>
            </a:custGeom>
            <a:solidFill>
              <a:srgbClr val="081F10"/>
            </a:solidFill>
            <a:ln w="25388" cap="sq">
              <a:solidFill>
                <a:srgbClr val="165C2A"/>
              </a:solidFill>
              <a:prstDash val="solid"/>
              <a:miter/>
            </a:ln>
          </p:spPr>
        </p:sp>
      </p:grpSp>
      <p:grpSp>
        <p:nvGrpSpPr>
          <p:cNvPr id="68" name="Group 68"/>
          <p:cNvGrpSpPr/>
          <p:nvPr/>
        </p:nvGrpSpPr>
        <p:grpSpPr>
          <a:xfrm>
            <a:off x="9656064" y="6193403"/>
            <a:ext cx="673646" cy="1028252"/>
            <a:chOff x="0" y="0"/>
            <a:chExt cx="898195" cy="1371003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898200" cy="1371000"/>
            </a:xfrm>
            <a:custGeom>
              <a:avLst/>
              <a:gdLst/>
              <a:ahLst/>
              <a:cxnLst/>
              <a:rect l="l" t="t" r="r" b="b"/>
              <a:pathLst>
                <a:path w="898200" h="1371000">
                  <a:moveTo>
                    <a:pt x="0" y="0"/>
                  </a:moveTo>
                  <a:lnTo>
                    <a:pt x="898200" y="0"/>
                  </a:lnTo>
                  <a:lnTo>
                    <a:pt x="898200" y="1371000"/>
                  </a:lnTo>
                  <a:lnTo>
                    <a:pt x="0" y="137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5841" r="-145840"/>
              </a:stretch>
            </a:blipFill>
          </p:spPr>
        </p:sp>
        <p:sp>
          <p:nvSpPr>
            <p:cNvPr id="70" name="TextBox 70"/>
            <p:cNvSpPr txBox="1"/>
            <p:nvPr/>
          </p:nvSpPr>
          <p:spPr>
            <a:xfrm>
              <a:off x="0" y="-38100"/>
              <a:ext cx="898195" cy="140910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22C55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10424160" y="6193403"/>
            <a:ext cx="6469647" cy="1028252"/>
            <a:chOff x="0" y="0"/>
            <a:chExt cx="8626196" cy="1371003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8626200" cy="1371000"/>
            </a:xfrm>
            <a:custGeom>
              <a:avLst/>
              <a:gdLst/>
              <a:ahLst/>
              <a:cxnLst/>
              <a:rect l="l" t="t" r="r" b="b"/>
              <a:pathLst>
                <a:path w="8626200" h="1371000">
                  <a:moveTo>
                    <a:pt x="0" y="0"/>
                  </a:moveTo>
                  <a:lnTo>
                    <a:pt x="8626200" y="0"/>
                  </a:lnTo>
                  <a:lnTo>
                    <a:pt x="8626200" y="1371000"/>
                  </a:lnTo>
                  <a:lnTo>
                    <a:pt x="0" y="137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2597" b="-72598"/>
              </a:stretch>
            </a:blipFill>
          </p:spPr>
        </p:sp>
        <p:sp>
          <p:nvSpPr>
            <p:cNvPr id="73" name="TextBox 73"/>
            <p:cNvSpPr txBox="1"/>
            <p:nvPr/>
          </p:nvSpPr>
          <p:spPr>
            <a:xfrm>
              <a:off x="0" y="-57150"/>
              <a:ext cx="8626196" cy="142815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Первый вариант — черновик, это нормально</a:t>
              </a: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901703" y="7497442"/>
            <a:ext cx="7647937" cy="1053636"/>
            <a:chOff x="0" y="0"/>
            <a:chExt cx="10197249" cy="1404849"/>
          </a:xfrm>
        </p:grpSpPr>
        <p:sp>
          <p:nvSpPr>
            <p:cNvPr id="75" name="Freeform 75"/>
            <p:cNvSpPr/>
            <p:nvPr/>
          </p:nvSpPr>
          <p:spPr>
            <a:xfrm>
              <a:off x="0" y="0"/>
              <a:ext cx="10197211" cy="1404874"/>
            </a:xfrm>
            <a:custGeom>
              <a:avLst/>
              <a:gdLst/>
              <a:ahLst/>
              <a:cxnLst/>
              <a:rect l="l" t="t" r="r" b="b"/>
              <a:pathLst>
                <a:path w="10197211" h="1404874">
                  <a:moveTo>
                    <a:pt x="0" y="169545"/>
                  </a:moveTo>
                  <a:cubicBezTo>
                    <a:pt x="0" y="75946"/>
                    <a:pt x="75946" y="0"/>
                    <a:pt x="169545" y="0"/>
                  </a:cubicBezTo>
                  <a:lnTo>
                    <a:pt x="10027666" y="0"/>
                  </a:lnTo>
                  <a:cubicBezTo>
                    <a:pt x="10121265" y="0"/>
                    <a:pt x="10197211" y="75946"/>
                    <a:pt x="10197211" y="169545"/>
                  </a:cubicBezTo>
                  <a:lnTo>
                    <a:pt x="10197211" y="1235329"/>
                  </a:lnTo>
                  <a:cubicBezTo>
                    <a:pt x="10197211" y="1328928"/>
                    <a:pt x="10121265" y="1404874"/>
                    <a:pt x="10027666" y="1404874"/>
                  </a:cubicBezTo>
                  <a:lnTo>
                    <a:pt x="169545" y="1404874"/>
                  </a:lnTo>
                  <a:cubicBezTo>
                    <a:pt x="75946" y="1404874"/>
                    <a:pt x="0" y="1328928"/>
                    <a:pt x="0" y="1235329"/>
                  </a:cubicBezTo>
                  <a:close/>
                </a:path>
              </a:pathLst>
            </a:custGeom>
            <a:solidFill>
              <a:srgbClr val="1F0814"/>
            </a:solidFill>
            <a:ln w="25388" cap="sq">
              <a:solidFill>
                <a:srgbClr val="5C1616"/>
              </a:solidFill>
              <a:prstDash val="solid"/>
              <a:miter/>
            </a:ln>
          </p:spPr>
        </p:sp>
      </p:grpSp>
      <p:grpSp>
        <p:nvGrpSpPr>
          <p:cNvPr id="76" name="Group 76"/>
          <p:cNvGrpSpPr/>
          <p:nvPr/>
        </p:nvGrpSpPr>
        <p:grpSpPr>
          <a:xfrm>
            <a:off x="1243584" y="7510139"/>
            <a:ext cx="673646" cy="1028252"/>
            <a:chOff x="0" y="0"/>
            <a:chExt cx="898195" cy="1371003"/>
          </a:xfrm>
        </p:grpSpPr>
        <p:sp>
          <p:nvSpPr>
            <p:cNvPr id="77" name="Freeform 77"/>
            <p:cNvSpPr/>
            <p:nvPr/>
          </p:nvSpPr>
          <p:spPr>
            <a:xfrm>
              <a:off x="0" y="0"/>
              <a:ext cx="898200" cy="1371000"/>
            </a:xfrm>
            <a:custGeom>
              <a:avLst/>
              <a:gdLst/>
              <a:ahLst/>
              <a:cxnLst/>
              <a:rect l="l" t="t" r="r" b="b"/>
              <a:pathLst>
                <a:path w="898200" h="1371000">
                  <a:moveTo>
                    <a:pt x="0" y="0"/>
                  </a:moveTo>
                  <a:lnTo>
                    <a:pt x="898200" y="0"/>
                  </a:lnTo>
                  <a:lnTo>
                    <a:pt x="898200" y="1371000"/>
                  </a:lnTo>
                  <a:lnTo>
                    <a:pt x="0" y="137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5841" r="-145840"/>
              </a:stretch>
            </a:blipFill>
          </p:spPr>
        </p:sp>
        <p:sp>
          <p:nvSpPr>
            <p:cNvPr id="78" name="TextBox 78"/>
            <p:cNvSpPr txBox="1"/>
            <p:nvPr/>
          </p:nvSpPr>
          <p:spPr>
            <a:xfrm>
              <a:off x="0" y="-38100"/>
              <a:ext cx="898195" cy="140910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EF444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✕</a:t>
              </a:r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2011680" y="7510139"/>
            <a:ext cx="6292796" cy="1028252"/>
            <a:chOff x="0" y="0"/>
            <a:chExt cx="8390395" cy="1371003"/>
          </a:xfrm>
        </p:grpSpPr>
        <p:sp>
          <p:nvSpPr>
            <p:cNvPr id="80" name="Freeform 80"/>
            <p:cNvSpPr/>
            <p:nvPr/>
          </p:nvSpPr>
          <p:spPr>
            <a:xfrm>
              <a:off x="0" y="0"/>
              <a:ext cx="8390400" cy="1371000"/>
            </a:xfrm>
            <a:custGeom>
              <a:avLst/>
              <a:gdLst/>
              <a:ahLst/>
              <a:cxnLst/>
              <a:rect l="l" t="t" r="r" b="b"/>
              <a:pathLst>
                <a:path w="8390400" h="1371000">
                  <a:moveTo>
                    <a:pt x="0" y="0"/>
                  </a:moveTo>
                  <a:lnTo>
                    <a:pt x="8390400" y="0"/>
                  </a:lnTo>
                  <a:lnTo>
                    <a:pt x="8390400" y="1371000"/>
                  </a:lnTo>
                  <a:lnTo>
                    <a:pt x="0" y="137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9246" b="-69246"/>
              </a:stretch>
            </a:blipFill>
          </p:spPr>
        </p:sp>
        <p:sp>
          <p:nvSpPr>
            <p:cNvPr id="81" name="TextBox 81"/>
            <p:cNvSpPr txBox="1"/>
            <p:nvPr/>
          </p:nvSpPr>
          <p:spPr>
            <a:xfrm>
              <a:off x="0" y="-38100"/>
              <a:ext cx="8390395" cy="140910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Не проверяете результат</a:t>
              </a:r>
            </a:p>
          </p:txBody>
        </p:sp>
      </p:grpSp>
      <p:grpSp>
        <p:nvGrpSpPr>
          <p:cNvPr id="82" name="Group 82"/>
          <p:cNvGrpSpPr/>
          <p:nvPr/>
        </p:nvGrpSpPr>
        <p:grpSpPr>
          <a:xfrm>
            <a:off x="9314183" y="7497442"/>
            <a:ext cx="7824788" cy="1053636"/>
            <a:chOff x="0" y="0"/>
            <a:chExt cx="10433050" cy="1404849"/>
          </a:xfrm>
        </p:grpSpPr>
        <p:sp>
          <p:nvSpPr>
            <p:cNvPr id="83" name="Freeform 83"/>
            <p:cNvSpPr/>
            <p:nvPr/>
          </p:nvSpPr>
          <p:spPr>
            <a:xfrm>
              <a:off x="0" y="0"/>
              <a:ext cx="10433050" cy="1404874"/>
            </a:xfrm>
            <a:custGeom>
              <a:avLst/>
              <a:gdLst/>
              <a:ahLst/>
              <a:cxnLst/>
              <a:rect l="l" t="t" r="r" b="b"/>
              <a:pathLst>
                <a:path w="10433050" h="1404874">
                  <a:moveTo>
                    <a:pt x="0" y="169545"/>
                  </a:moveTo>
                  <a:cubicBezTo>
                    <a:pt x="0" y="75946"/>
                    <a:pt x="75946" y="0"/>
                    <a:pt x="169545" y="0"/>
                  </a:cubicBezTo>
                  <a:lnTo>
                    <a:pt x="10263505" y="0"/>
                  </a:lnTo>
                  <a:cubicBezTo>
                    <a:pt x="10357103" y="0"/>
                    <a:pt x="10433050" y="75946"/>
                    <a:pt x="10433050" y="169545"/>
                  </a:cubicBezTo>
                  <a:lnTo>
                    <a:pt x="10433050" y="1235329"/>
                  </a:lnTo>
                  <a:cubicBezTo>
                    <a:pt x="10433050" y="1328928"/>
                    <a:pt x="10357103" y="1404874"/>
                    <a:pt x="10263505" y="1404874"/>
                  </a:cubicBezTo>
                  <a:lnTo>
                    <a:pt x="169545" y="1404874"/>
                  </a:lnTo>
                  <a:cubicBezTo>
                    <a:pt x="75946" y="1404874"/>
                    <a:pt x="0" y="1328928"/>
                    <a:pt x="0" y="1235329"/>
                  </a:cubicBezTo>
                  <a:close/>
                </a:path>
              </a:pathLst>
            </a:custGeom>
            <a:solidFill>
              <a:srgbClr val="081F10"/>
            </a:solidFill>
            <a:ln w="25388" cap="sq">
              <a:solidFill>
                <a:srgbClr val="165C2A"/>
              </a:solidFill>
              <a:prstDash val="solid"/>
              <a:miter/>
            </a:ln>
          </p:spPr>
        </p:sp>
      </p:grpSp>
      <p:grpSp>
        <p:nvGrpSpPr>
          <p:cNvPr id="84" name="Group 84"/>
          <p:cNvGrpSpPr/>
          <p:nvPr/>
        </p:nvGrpSpPr>
        <p:grpSpPr>
          <a:xfrm>
            <a:off x="9656064" y="7510139"/>
            <a:ext cx="673646" cy="1028252"/>
            <a:chOff x="0" y="0"/>
            <a:chExt cx="898195" cy="1371003"/>
          </a:xfrm>
        </p:grpSpPr>
        <p:sp>
          <p:nvSpPr>
            <p:cNvPr id="85" name="Freeform 85"/>
            <p:cNvSpPr/>
            <p:nvPr/>
          </p:nvSpPr>
          <p:spPr>
            <a:xfrm>
              <a:off x="0" y="0"/>
              <a:ext cx="898200" cy="1371000"/>
            </a:xfrm>
            <a:custGeom>
              <a:avLst/>
              <a:gdLst/>
              <a:ahLst/>
              <a:cxnLst/>
              <a:rect l="l" t="t" r="r" b="b"/>
              <a:pathLst>
                <a:path w="898200" h="1371000">
                  <a:moveTo>
                    <a:pt x="0" y="0"/>
                  </a:moveTo>
                  <a:lnTo>
                    <a:pt x="898200" y="0"/>
                  </a:lnTo>
                  <a:lnTo>
                    <a:pt x="898200" y="1371000"/>
                  </a:lnTo>
                  <a:lnTo>
                    <a:pt x="0" y="137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5841" r="-145840"/>
              </a:stretch>
            </a:blipFill>
          </p:spPr>
        </p:sp>
        <p:sp>
          <p:nvSpPr>
            <p:cNvPr id="86" name="TextBox 86"/>
            <p:cNvSpPr txBox="1"/>
            <p:nvPr/>
          </p:nvSpPr>
          <p:spPr>
            <a:xfrm>
              <a:off x="0" y="-38100"/>
              <a:ext cx="898195" cy="140910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22C55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id="87" name="Group 87"/>
          <p:cNvGrpSpPr/>
          <p:nvPr/>
        </p:nvGrpSpPr>
        <p:grpSpPr>
          <a:xfrm>
            <a:off x="10424160" y="7510139"/>
            <a:ext cx="6469647" cy="1028252"/>
            <a:chOff x="0" y="0"/>
            <a:chExt cx="8626196" cy="1371003"/>
          </a:xfrm>
        </p:grpSpPr>
        <p:sp>
          <p:nvSpPr>
            <p:cNvPr id="88" name="Freeform 88"/>
            <p:cNvSpPr/>
            <p:nvPr/>
          </p:nvSpPr>
          <p:spPr>
            <a:xfrm>
              <a:off x="0" y="0"/>
              <a:ext cx="8626200" cy="1371000"/>
            </a:xfrm>
            <a:custGeom>
              <a:avLst/>
              <a:gdLst/>
              <a:ahLst/>
              <a:cxnLst/>
              <a:rect l="l" t="t" r="r" b="b"/>
              <a:pathLst>
                <a:path w="8626200" h="1371000">
                  <a:moveTo>
                    <a:pt x="0" y="0"/>
                  </a:moveTo>
                  <a:lnTo>
                    <a:pt x="8626200" y="0"/>
                  </a:lnTo>
                  <a:lnTo>
                    <a:pt x="8626200" y="1371000"/>
                  </a:lnTo>
                  <a:lnTo>
                    <a:pt x="0" y="137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2597" b="-72598"/>
              </a:stretch>
            </a:blipFill>
          </p:spPr>
        </p:sp>
        <p:sp>
          <p:nvSpPr>
            <p:cNvPr id="89" name="TextBox 89"/>
            <p:cNvSpPr txBox="1"/>
            <p:nvPr/>
          </p:nvSpPr>
          <p:spPr>
            <a:xfrm>
              <a:off x="0" y="-57150"/>
              <a:ext cx="8626196" cy="142815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Откройте на телефоне и прочитайте вслух</a:t>
              </a:r>
            </a:p>
          </p:txBody>
        </p:sp>
      </p:grpSp>
      <p:grpSp>
        <p:nvGrpSpPr>
          <p:cNvPr id="90" name="Group 90"/>
          <p:cNvGrpSpPr/>
          <p:nvPr/>
        </p:nvGrpSpPr>
        <p:grpSpPr>
          <a:xfrm>
            <a:off x="895350" y="8862689"/>
            <a:ext cx="15991503" cy="1314298"/>
            <a:chOff x="0" y="0"/>
            <a:chExt cx="21322005" cy="1752397"/>
          </a:xfrm>
        </p:grpSpPr>
        <p:sp>
          <p:nvSpPr>
            <p:cNvPr id="91" name="Freeform 91"/>
            <p:cNvSpPr/>
            <p:nvPr/>
          </p:nvSpPr>
          <p:spPr>
            <a:xfrm>
              <a:off x="0" y="0"/>
              <a:ext cx="21322029" cy="1752346"/>
            </a:xfrm>
            <a:custGeom>
              <a:avLst/>
              <a:gdLst/>
              <a:ahLst/>
              <a:cxnLst/>
              <a:rect l="l" t="t" r="r" b="b"/>
              <a:pathLst>
                <a:path w="21322029" h="1752346">
                  <a:moveTo>
                    <a:pt x="0" y="194691"/>
                  </a:moveTo>
                  <a:cubicBezTo>
                    <a:pt x="0" y="87122"/>
                    <a:pt x="87122" y="0"/>
                    <a:pt x="194691" y="0"/>
                  </a:cubicBezTo>
                  <a:lnTo>
                    <a:pt x="21127338" y="0"/>
                  </a:lnTo>
                  <a:cubicBezTo>
                    <a:pt x="21234907" y="0"/>
                    <a:pt x="21322029" y="87122"/>
                    <a:pt x="21322029" y="194691"/>
                  </a:cubicBezTo>
                  <a:lnTo>
                    <a:pt x="21322029" y="1557655"/>
                  </a:lnTo>
                  <a:cubicBezTo>
                    <a:pt x="21322029" y="1665224"/>
                    <a:pt x="21234907" y="1752346"/>
                    <a:pt x="21127338" y="1752346"/>
                  </a:cubicBezTo>
                  <a:lnTo>
                    <a:pt x="194691" y="1752346"/>
                  </a:lnTo>
                  <a:cubicBezTo>
                    <a:pt x="87122" y="1752346"/>
                    <a:pt x="0" y="1665224"/>
                    <a:pt x="0" y="1557655"/>
                  </a:cubicBezTo>
                  <a:close/>
                </a:path>
              </a:pathLst>
            </a:custGeom>
            <a:solidFill>
              <a:srgbClr val="2D1B4E"/>
            </a:solidFill>
            <a:ln w="38100" cap="sq">
              <a:solidFill>
                <a:srgbClr val="7C3AED"/>
              </a:solidFill>
              <a:prstDash val="solid"/>
              <a:miter/>
            </a:ln>
          </p:spPr>
        </p:sp>
      </p:grpSp>
      <p:grpSp>
        <p:nvGrpSpPr>
          <p:cNvPr id="92" name="Group 92"/>
          <p:cNvGrpSpPr/>
          <p:nvPr/>
        </p:nvGrpSpPr>
        <p:grpSpPr>
          <a:xfrm>
            <a:off x="1371600" y="8881739"/>
            <a:ext cx="15244201" cy="1276198"/>
            <a:chOff x="0" y="0"/>
            <a:chExt cx="20325601" cy="1701597"/>
          </a:xfrm>
        </p:grpSpPr>
        <p:sp>
          <p:nvSpPr>
            <p:cNvPr id="93" name="Freeform 93"/>
            <p:cNvSpPr/>
            <p:nvPr/>
          </p:nvSpPr>
          <p:spPr>
            <a:xfrm>
              <a:off x="0" y="0"/>
              <a:ext cx="20325600" cy="1701600"/>
            </a:xfrm>
            <a:custGeom>
              <a:avLst/>
              <a:gdLst/>
              <a:ahLst/>
              <a:cxnLst/>
              <a:rect l="l" t="t" r="r" b="b"/>
              <a:pathLst>
                <a:path w="20325600" h="1701600">
                  <a:moveTo>
                    <a:pt x="0" y="0"/>
                  </a:moveTo>
                  <a:lnTo>
                    <a:pt x="20325600" y="0"/>
                  </a:lnTo>
                  <a:lnTo>
                    <a:pt x="20325600" y="1701600"/>
                  </a:lnTo>
                  <a:lnTo>
                    <a:pt x="0" y="170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82748" b="-182748"/>
              </a:stretch>
            </a:blipFill>
          </p:spPr>
        </p:sp>
        <p:sp>
          <p:nvSpPr>
            <p:cNvPr id="94" name="TextBox 94"/>
            <p:cNvSpPr txBox="1"/>
            <p:nvPr/>
          </p:nvSpPr>
          <p:spPr>
            <a:xfrm>
              <a:off x="0" y="-47625"/>
              <a:ext cx="20325601" cy="174922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60"/>
                </a:lnSpc>
              </a:pPr>
              <a:r>
                <a:rPr lang="en-US" sz="2550">
                  <a:solidFill>
                    <a:srgbClr val="A78BC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Зная эти грабли заранее — </a:t>
              </a:r>
              <a:r>
                <a:rPr lang="en-US" sz="2550" b="1">
                  <a:solidFill>
                    <a:srgbClr val="A855F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вы экономите несколько часов.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7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14400" y="6949440"/>
            <a:ext cx="3657600" cy="3657600"/>
            <a:chOff x="0" y="0"/>
            <a:chExt cx="4876800" cy="4876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76800" cy="4876800"/>
            </a:xfrm>
            <a:custGeom>
              <a:avLst/>
              <a:gdLst/>
              <a:ahLst/>
              <a:cxnLst/>
              <a:rect l="l" t="t" r="r" b="b"/>
              <a:pathLst>
                <a:path w="4876800" h="4876800">
                  <a:moveTo>
                    <a:pt x="0" y="2438400"/>
                  </a:moveTo>
                  <a:cubicBezTo>
                    <a:pt x="0" y="1091692"/>
                    <a:pt x="1091692" y="0"/>
                    <a:pt x="2438400" y="0"/>
                  </a:cubicBezTo>
                  <a:cubicBezTo>
                    <a:pt x="3785108" y="0"/>
                    <a:pt x="4876800" y="1091692"/>
                    <a:pt x="4876800" y="2438400"/>
                  </a:cubicBezTo>
                  <a:cubicBezTo>
                    <a:pt x="4876800" y="3785108"/>
                    <a:pt x="3785108" y="4876800"/>
                    <a:pt x="2438400" y="4876800"/>
                  </a:cubicBezTo>
                  <a:cubicBezTo>
                    <a:pt x="1091692" y="4876800"/>
                    <a:pt x="0" y="3785108"/>
                    <a:pt x="0" y="2438400"/>
                  </a:cubicBezTo>
                  <a:close/>
                </a:path>
              </a:pathLst>
            </a:custGeom>
            <a:solidFill>
              <a:srgbClr val="7C3AED">
                <a:alpha val="3137"/>
              </a:srgbClr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5727680" y="-548640"/>
            <a:ext cx="2926347" cy="2926347"/>
            <a:chOff x="0" y="0"/>
            <a:chExt cx="3901796" cy="390179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901821" cy="3901821"/>
            </a:xfrm>
            <a:custGeom>
              <a:avLst/>
              <a:gdLst/>
              <a:ahLst/>
              <a:cxnLst/>
              <a:rect l="l" t="t" r="r" b="b"/>
              <a:pathLst>
                <a:path w="3901821" h="3901821">
                  <a:moveTo>
                    <a:pt x="0" y="1950847"/>
                  </a:moveTo>
                  <a:cubicBezTo>
                    <a:pt x="0" y="873506"/>
                    <a:pt x="873506" y="0"/>
                    <a:pt x="1950847" y="0"/>
                  </a:cubicBezTo>
                  <a:cubicBezTo>
                    <a:pt x="3028188" y="0"/>
                    <a:pt x="3901821" y="873506"/>
                    <a:pt x="3901821" y="1950847"/>
                  </a:cubicBezTo>
                  <a:cubicBezTo>
                    <a:pt x="3901821" y="3028188"/>
                    <a:pt x="3028315" y="3901821"/>
                    <a:pt x="1950847" y="3901821"/>
                  </a:cubicBezTo>
                  <a:cubicBezTo>
                    <a:pt x="873379" y="3901821"/>
                    <a:pt x="0" y="3028315"/>
                    <a:pt x="0" y="1950847"/>
                  </a:cubicBezTo>
                  <a:close/>
                </a:path>
              </a:pathLst>
            </a:custGeom>
            <a:solidFill>
              <a:srgbClr val="7C3AED">
                <a:alpha val="3922"/>
              </a:srgbClr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005840" y="512064"/>
            <a:ext cx="16459200" cy="511650"/>
            <a:chOff x="0" y="0"/>
            <a:chExt cx="21945600" cy="6822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945600" cy="682194"/>
            </a:xfrm>
            <a:custGeom>
              <a:avLst/>
              <a:gdLst/>
              <a:ahLst/>
              <a:cxnLst/>
              <a:rect l="l" t="t" r="r" b="b"/>
              <a:pathLst>
                <a:path w="21945600" h="682194">
                  <a:moveTo>
                    <a:pt x="0" y="0"/>
                  </a:moveTo>
                  <a:lnTo>
                    <a:pt x="21945600" y="0"/>
                  </a:lnTo>
                  <a:lnTo>
                    <a:pt x="21945600" y="682194"/>
                  </a:lnTo>
                  <a:lnTo>
                    <a:pt x="0" y="68219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76816" b="-576817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1945600" cy="720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С ЧЕГО НАЧНЁМ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05840" y="1060704"/>
            <a:ext cx="16459200" cy="1361470"/>
            <a:chOff x="0" y="0"/>
            <a:chExt cx="21945600" cy="181529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945600" cy="1815300"/>
            </a:xfrm>
            <a:custGeom>
              <a:avLst/>
              <a:gdLst/>
              <a:ahLst/>
              <a:cxnLst/>
              <a:rect l="l" t="t" r="r" b="b"/>
              <a:pathLst>
                <a:path w="21945600" h="1815300">
                  <a:moveTo>
                    <a:pt x="0" y="0"/>
                  </a:moveTo>
                  <a:lnTo>
                    <a:pt x="21945600" y="0"/>
                  </a:lnTo>
                  <a:lnTo>
                    <a:pt x="21945600" y="1815300"/>
                  </a:lnTo>
                  <a:lnTo>
                    <a:pt x="0" y="18153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87187" b="-183931"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0" y="-152400"/>
              <a:ext cx="21945600" cy="196769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8100"/>
                </a:lnSpc>
              </a:pPr>
              <a:r>
                <a:rPr lang="en-US" sz="675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Путь проекта — 5 шагов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005840" y="2432304"/>
            <a:ext cx="16459200" cy="621450"/>
            <a:chOff x="0" y="0"/>
            <a:chExt cx="21945600" cy="8286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1945600" cy="828601"/>
            </a:xfrm>
            <a:custGeom>
              <a:avLst/>
              <a:gdLst/>
              <a:ahLst/>
              <a:cxnLst/>
              <a:rect l="l" t="t" r="r" b="b"/>
              <a:pathLst>
                <a:path w="21945600" h="828601">
                  <a:moveTo>
                    <a:pt x="0" y="0"/>
                  </a:moveTo>
                  <a:lnTo>
                    <a:pt x="21945600" y="0"/>
                  </a:lnTo>
                  <a:lnTo>
                    <a:pt x="21945600" y="828601"/>
                  </a:lnTo>
                  <a:lnTo>
                    <a:pt x="0" y="82860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66063" b="-466063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21945600" cy="8667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От вашей идеи до живого сайта по ссылке.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82247" y="3315719"/>
            <a:ext cx="3243786" cy="4963239"/>
            <a:chOff x="0" y="0"/>
            <a:chExt cx="4325048" cy="661765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324985" cy="6617589"/>
            </a:xfrm>
            <a:custGeom>
              <a:avLst/>
              <a:gdLst/>
              <a:ahLst/>
              <a:cxnLst/>
              <a:rect l="l" t="t" r="r" b="b"/>
              <a:pathLst>
                <a:path w="4324985" h="6617589">
                  <a:moveTo>
                    <a:pt x="0" y="245745"/>
                  </a:moveTo>
                  <a:cubicBezTo>
                    <a:pt x="0" y="109982"/>
                    <a:pt x="109982" y="0"/>
                    <a:pt x="245745" y="0"/>
                  </a:cubicBezTo>
                  <a:lnTo>
                    <a:pt x="4079240" y="0"/>
                  </a:lnTo>
                  <a:cubicBezTo>
                    <a:pt x="4215003" y="0"/>
                    <a:pt x="4324985" y="109982"/>
                    <a:pt x="4324985" y="245745"/>
                  </a:cubicBezTo>
                  <a:lnTo>
                    <a:pt x="4324985" y="6371844"/>
                  </a:lnTo>
                  <a:cubicBezTo>
                    <a:pt x="4324985" y="6507607"/>
                    <a:pt x="4215003" y="6617589"/>
                    <a:pt x="4079240" y="6617589"/>
                  </a:cubicBezTo>
                  <a:lnTo>
                    <a:pt x="245745" y="6617589"/>
                  </a:lnTo>
                  <a:cubicBezTo>
                    <a:pt x="109982" y="6617589"/>
                    <a:pt x="0" y="6507607"/>
                    <a:pt x="0" y="6371844"/>
                  </a:cubicBezTo>
                  <a:close/>
                </a:path>
              </a:pathLst>
            </a:custGeom>
            <a:solidFill>
              <a:srgbClr val="1E0D3A"/>
            </a:solidFill>
            <a:ln w="25388" cap="sq">
              <a:solidFill>
                <a:srgbClr val="7C3AED"/>
              </a:solidFill>
              <a:prstDash val="solid"/>
              <a:miter/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1773936" y="3621024"/>
            <a:ext cx="1060647" cy="1060647"/>
            <a:chOff x="0" y="0"/>
            <a:chExt cx="1414196" cy="1414196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414272" cy="1414272"/>
            </a:xfrm>
            <a:custGeom>
              <a:avLst/>
              <a:gdLst/>
              <a:ahLst/>
              <a:cxnLst/>
              <a:rect l="l" t="t" r="r" b="b"/>
              <a:pathLst>
                <a:path w="1414272" h="1414272">
                  <a:moveTo>
                    <a:pt x="0" y="707136"/>
                  </a:moveTo>
                  <a:cubicBezTo>
                    <a:pt x="0" y="316611"/>
                    <a:pt x="316611" y="0"/>
                    <a:pt x="707136" y="0"/>
                  </a:cubicBezTo>
                  <a:cubicBezTo>
                    <a:pt x="1097661" y="0"/>
                    <a:pt x="1414272" y="316611"/>
                    <a:pt x="1414272" y="707136"/>
                  </a:cubicBezTo>
                  <a:cubicBezTo>
                    <a:pt x="1414272" y="1097661"/>
                    <a:pt x="1097661" y="1414272"/>
                    <a:pt x="707136" y="1414272"/>
                  </a:cubicBezTo>
                  <a:cubicBezTo>
                    <a:pt x="316611" y="1414272"/>
                    <a:pt x="0" y="1097661"/>
                    <a:pt x="0" y="707136"/>
                  </a:cubicBezTo>
                  <a:close/>
                </a:path>
              </a:pathLst>
            </a:custGeom>
            <a:solidFill>
              <a:srgbClr val="A855F7"/>
            </a:solidFill>
          </p:spPr>
        </p:sp>
      </p:grpSp>
      <p:grpSp>
        <p:nvGrpSpPr>
          <p:cNvPr id="19" name="Group 19"/>
          <p:cNvGrpSpPr/>
          <p:nvPr/>
        </p:nvGrpSpPr>
        <p:grpSpPr>
          <a:xfrm>
            <a:off x="1773936" y="3621024"/>
            <a:ext cx="1060647" cy="1060650"/>
            <a:chOff x="0" y="0"/>
            <a:chExt cx="1414196" cy="14142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414200" cy="1414204"/>
            </a:xfrm>
            <a:custGeom>
              <a:avLst/>
              <a:gdLst/>
              <a:ahLst/>
              <a:cxnLst/>
              <a:rect l="l" t="t" r="r" b="b"/>
              <a:pathLst>
                <a:path w="1414200" h="1414204">
                  <a:moveTo>
                    <a:pt x="0" y="0"/>
                  </a:moveTo>
                  <a:lnTo>
                    <a:pt x="1414200" y="0"/>
                  </a:lnTo>
                  <a:lnTo>
                    <a:pt x="1414200" y="1414204"/>
                  </a:lnTo>
                  <a:lnTo>
                    <a:pt x="0" y="14142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21" name="TextBox 21"/>
            <p:cNvSpPr txBox="1"/>
            <p:nvPr/>
          </p:nvSpPr>
          <p:spPr>
            <a:xfrm>
              <a:off x="0" y="-57150"/>
              <a:ext cx="1414196" cy="1471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877824" y="4974336"/>
            <a:ext cx="2853004" cy="950850"/>
            <a:chOff x="0" y="0"/>
            <a:chExt cx="3804006" cy="12678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3804000" cy="1267797"/>
            </a:xfrm>
            <a:custGeom>
              <a:avLst/>
              <a:gdLst/>
              <a:ahLst/>
              <a:cxnLst/>
              <a:rect l="l" t="t" r="r" b="b"/>
              <a:pathLst>
                <a:path w="3804000" h="1267797">
                  <a:moveTo>
                    <a:pt x="0" y="0"/>
                  </a:moveTo>
                  <a:lnTo>
                    <a:pt x="3804000" y="0"/>
                  </a:lnTo>
                  <a:lnTo>
                    <a:pt x="3804000" y="1267797"/>
                  </a:lnTo>
                  <a:lnTo>
                    <a:pt x="0" y="126779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464" b="-8464"/>
              </a:stretch>
            </a:blipFill>
          </p:spPr>
        </p:sp>
        <p:sp>
          <p:nvSpPr>
            <p:cNvPr id="24" name="TextBox 24"/>
            <p:cNvSpPr txBox="1"/>
            <p:nvPr/>
          </p:nvSpPr>
          <p:spPr>
            <a:xfrm>
              <a:off x="0" y="-57150"/>
              <a:ext cx="3804006" cy="13249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Промт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877824" y="5925312"/>
            <a:ext cx="2853004" cy="1645650"/>
            <a:chOff x="0" y="0"/>
            <a:chExt cx="3804006" cy="21942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3804000" cy="2194196"/>
            </a:xfrm>
            <a:custGeom>
              <a:avLst/>
              <a:gdLst/>
              <a:ahLst/>
              <a:cxnLst/>
              <a:rect l="l" t="t" r="r" b="b"/>
              <a:pathLst>
                <a:path w="3804000" h="2194196">
                  <a:moveTo>
                    <a:pt x="0" y="0"/>
                  </a:moveTo>
                  <a:lnTo>
                    <a:pt x="3804000" y="0"/>
                  </a:lnTo>
                  <a:lnTo>
                    <a:pt x="3804000" y="2194196"/>
                  </a:lnTo>
                  <a:lnTo>
                    <a:pt x="0" y="21941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4007" r="-24007"/>
              </a:stretch>
            </a:blipFill>
          </p:spPr>
        </p:sp>
        <p:sp>
          <p:nvSpPr>
            <p:cNvPr id="27" name="TextBox 27"/>
            <p:cNvSpPr txBox="1"/>
            <p:nvPr/>
          </p:nvSpPr>
          <p:spPr>
            <a:xfrm>
              <a:off x="0" y="-47625"/>
              <a:ext cx="3804006" cy="22418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0"/>
                </a:lnSpc>
              </a:pPr>
              <a:r>
                <a:rPr lang="en-US" sz="2800" dirty="0" err="1" smtClean="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Опи</a:t>
              </a:r>
              <a:r>
                <a:rPr lang="ru-RU" sz="2800" dirty="0" smtClean="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шите</a:t>
              </a:r>
            </a:p>
            <a:p>
              <a:pPr algn="ctr">
                <a:lnSpc>
                  <a:spcPts val="2340"/>
                </a:lnSpc>
              </a:pPr>
              <a:endParaRPr lang="ru-RU" sz="2800" dirty="0" smtClean="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endParaRPr>
            </a:p>
            <a:p>
              <a:pPr algn="ctr">
                <a:lnSpc>
                  <a:spcPts val="2340"/>
                </a:lnSpc>
              </a:pPr>
              <a:r>
                <a:rPr lang="en-US" sz="2800" dirty="0" smtClean="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</a:t>
              </a:r>
              <a:r>
                <a:rPr lang="en-US" sz="2800" dirty="0" err="1" smtClean="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идею</a:t>
              </a:r>
              <a:r>
                <a:rPr lang="en-US" sz="2800" dirty="0" smtClean="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</a:t>
              </a:r>
              <a:r>
                <a:rPr lang="en-US" sz="2800" dirty="0" err="1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словами</a:t>
              </a:r>
              <a:endParaRPr lang="en-US" sz="2800" dirty="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endParaRP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3913632" y="4864608"/>
            <a:ext cx="256051" cy="950850"/>
            <a:chOff x="0" y="0"/>
            <a:chExt cx="341401" cy="12678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341400" cy="1267797"/>
            </a:xfrm>
            <a:custGeom>
              <a:avLst/>
              <a:gdLst/>
              <a:ahLst/>
              <a:cxnLst/>
              <a:rect l="l" t="t" r="r" b="b"/>
              <a:pathLst>
                <a:path w="341400" h="1267797">
                  <a:moveTo>
                    <a:pt x="0" y="0"/>
                  </a:moveTo>
                  <a:lnTo>
                    <a:pt x="341400" y="0"/>
                  </a:lnTo>
                  <a:lnTo>
                    <a:pt x="341400" y="1267797"/>
                  </a:lnTo>
                  <a:lnTo>
                    <a:pt x="0" y="126779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26460" r="-426460"/>
              </a:stretch>
            </a:blipFill>
          </p:spPr>
        </p:sp>
        <p:sp>
          <p:nvSpPr>
            <p:cNvPr id="30" name="TextBox 30"/>
            <p:cNvSpPr txBox="1"/>
            <p:nvPr/>
          </p:nvSpPr>
          <p:spPr>
            <a:xfrm>
              <a:off x="0" y="-95250"/>
              <a:ext cx="341401" cy="13630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220"/>
                </a:lnSpc>
              </a:pPr>
              <a:r>
                <a:rPr lang="en-US" sz="4350" b="1">
                  <a:solidFill>
                    <a:srgbClr val="A855F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›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4156967" y="3315719"/>
            <a:ext cx="3243786" cy="4963239"/>
            <a:chOff x="0" y="0"/>
            <a:chExt cx="4325048" cy="6617653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4324985" cy="6617589"/>
            </a:xfrm>
            <a:custGeom>
              <a:avLst/>
              <a:gdLst/>
              <a:ahLst/>
              <a:cxnLst/>
              <a:rect l="l" t="t" r="r" b="b"/>
              <a:pathLst>
                <a:path w="4324985" h="6617589">
                  <a:moveTo>
                    <a:pt x="0" y="245745"/>
                  </a:moveTo>
                  <a:cubicBezTo>
                    <a:pt x="0" y="109982"/>
                    <a:pt x="109982" y="0"/>
                    <a:pt x="245745" y="0"/>
                  </a:cubicBezTo>
                  <a:lnTo>
                    <a:pt x="4079240" y="0"/>
                  </a:lnTo>
                  <a:cubicBezTo>
                    <a:pt x="4215003" y="0"/>
                    <a:pt x="4324985" y="109982"/>
                    <a:pt x="4324985" y="245745"/>
                  </a:cubicBezTo>
                  <a:lnTo>
                    <a:pt x="4324985" y="6371844"/>
                  </a:lnTo>
                  <a:cubicBezTo>
                    <a:pt x="4324985" y="6507607"/>
                    <a:pt x="4215003" y="6617589"/>
                    <a:pt x="4079240" y="6617589"/>
                  </a:cubicBezTo>
                  <a:lnTo>
                    <a:pt x="245745" y="6617589"/>
                  </a:lnTo>
                  <a:cubicBezTo>
                    <a:pt x="109982" y="6617589"/>
                    <a:pt x="0" y="6507607"/>
                    <a:pt x="0" y="6371844"/>
                  </a:cubicBezTo>
                  <a:close/>
                </a:path>
              </a:pathLst>
            </a:custGeom>
            <a:solidFill>
              <a:srgbClr val="1E0D3A"/>
            </a:solidFill>
            <a:ln w="25388" cap="sq">
              <a:solidFill>
                <a:srgbClr val="7C3AED"/>
              </a:solidFill>
              <a:prstDash val="solid"/>
              <a:miter/>
            </a:ln>
          </p:spPr>
        </p:sp>
      </p:grpSp>
      <p:grpSp>
        <p:nvGrpSpPr>
          <p:cNvPr id="33" name="Group 33"/>
          <p:cNvGrpSpPr/>
          <p:nvPr/>
        </p:nvGrpSpPr>
        <p:grpSpPr>
          <a:xfrm>
            <a:off x="5248656" y="3621024"/>
            <a:ext cx="1060647" cy="1060647"/>
            <a:chOff x="0" y="0"/>
            <a:chExt cx="1414196" cy="1414196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414272" cy="1414272"/>
            </a:xfrm>
            <a:custGeom>
              <a:avLst/>
              <a:gdLst/>
              <a:ahLst/>
              <a:cxnLst/>
              <a:rect l="l" t="t" r="r" b="b"/>
              <a:pathLst>
                <a:path w="1414272" h="1414272">
                  <a:moveTo>
                    <a:pt x="0" y="707136"/>
                  </a:moveTo>
                  <a:cubicBezTo>
                    <a:pt x="0" y="316611"/>
                    <a:pt x="316611" y="0"/>
                    <a:pt x="707136" y="0"/>
                  </a:cubicBezTo>
                  <a:cubicBezTo>
                    <a:pt x="1097661" y="0"/>
                    <a:pt x="1414272" y="316611"/>
                    <a:pt x="1414272" y="707136"/>
                  </a:cubicBezTo>
                  <a:cubicBezTo>
                    <a:pt x="1414272" y="1097661"/>
                    <a:pt x="1097661" y="1414272"/>
                    <a:pt x="707136" y="1414272"/>
                  </a:cubicBezTo>
                  <a:cubicBezTo>
                    <a:pt x="316611" y="1414272"/>
                    <a:pt x="0" y="1097661"/>
                    <a:pt x="0" y="707136"/>
                  </a:cubicBezTo>
                  <a:close/>
                </a:path>
              </a:pathLst>
            </a:custGeom>
            <a:solidFill>
              <a:srgbClr val="A855F7"/>
            </a:solidFill>
          </p:spPr>
        </p:sp>
      </p:grpSp>
      <p:grpSp>
        <p:nvGrpSpPr>
          <p:cNvPr id="35" name="Group 35"/>
          <p:cNvGrpSpPr/>
          <p:nvPr/>
        </p:nvGrpSpPr>
        <p:grpSpPr>
          <a:xfrm>
            <a:off x="5248656" y="3621024"/>
            <a:ext cx="1060647" cy="1060650"/>
            <a:chOff x="0" y="0"/>
            <a:chExt cx="1414196" cy="14142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414200" cy="1414204"/>
            </a:xfrm>
            <a:custGeom>
              <a:avLst/>
              <a:gdLst/>
              <a:ahLst/>
              <a:cxnLst/>
              <a:rect l="l" t="t" r="r" b="b"/>
              <a:pathLst>
                <a:path w="1414200" h="1414204">
                  <a:moveTo>
                    <a:pt x="0" y="0"/>
                  </a:moveTo>
                  <a:lnTo>
                    <a:pt x="1414200" y="0"/>
                  </a:lnTo>
                  <a:lnTo>
                    <a:pt x="1414200" y="1414204"/>
                  </a:lnTo>
                  <a:lnTo>
                    <a:pt x="0" y="14142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37" name="TextBox 37"/>
            <p:cNvSpPr txBox="1"/>
            <p:nvPr/>
          </p:nvSpPr>
          <p:spPr>
            <a:xfrm>
              <a:off x="0" y="-57150"/>
              <a:ext cx="1414196" cy="1471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4352544" y="4974336"/>
            <a:ext cx="2853004" cy="950850"/>
            <a:chOff x="0" y="0"/>
            <a:chExt cx="3804006" cy="126780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3804000" cy="1267797"/>
            </a:xfrm>
            <a:custGeom>
              <a:avLst/>
              <a:gdLst/>
              <a:ahLst/>
              <a:cxnLst/>
              <a:rect l="l" t="t" r="r" b="b"/>
              <a:pathLst>
                <a:path w="3804000" h="1267797">
                  <a:moveTo>
                    <a:pt x="0" y="0"/>
                  </a:moveTo>
                  <a:lnTo>
                    <a:pt x="3804000" y="0"/>
                  </a:lnTo>
                  <a:lnTo>
                    <a:pt x="3804000" y="1267797"/>
                  </a:lnTo>
                  <a:lnTo>
                    <a:pt x="0" y="126779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464" b="-8464"/>
              </a:stretch>
            </a:blipFill>
          </p:spPr>
        </p:sp>
        <p:sp>
          <p:nvSpPr>
            <p:cNvPr id="40" name="TextBox 40"/>
            <p:cNvSpPr txBox="1"/>
            <p:nvPr/>
          </p:nvSpPr>
          <p:spPr>
            <a:xfrm>
              <a:off x="0" y="-57150"/>
              <a:ext cx="3804006" cy="13249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PRD.md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4352544" y="5925312"/>
            <a:ext cx="2853004" cy="1645650"/>
            <a:chOff x="0" y="0"/>
            <a:chExt cx="3804006" cy="219420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3804000" cy="2194196"/>
            </a:xfrm>
            <a:custGeom>
              <a:avLst/>
              <a:gdLst/>
              <a:ahLst/>
              <a:cxnLst/>
              <a:rect l="l" t="t" r="r" b="b"/>
              <a:pathLst>
                <a:path w="3804000" h="2194196">
                  <a:moveTo>
                    <a:pt x="0" y="0"/>
                  </a:moveTo>
                  <a:lnTo>
                    <a:pt x="3804000" y="0"/>
                  </a:lnTo>
                  <a:lnTo>
                    <a:pt x="3804000" y="2194196"/>
                  </a:lnTo>
                  <a:lnTo>
                    <a:pt x="0" y="21941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4007" r="-24007"/>
              </a:stretch>
            </a:blipFill>
          </p:spPr>
        </p:sp>
        <p:sp>
          <p:nvSpPr>
            <p:cNvPr id="43" name="TextBox 43"/>
            <p:cNvSpPr txBox="1"/>
            <p:nvPr/>
          </p:nvSpPr>
          <p:spPr>
            <a:xfrm>
              <a:off x="0" y="-47625"/>
              <a:ext cx="3804006" cy="22418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0"/>
                </a:lnSpc>
              </a:pPr>
              <a:r>
                <a:rPr lang="en-US" sz="2800" dirty="0" err="1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Техзадание</a:t>
              </a:r>
              <a:r>
                <a:rPr lang="en-US" sz="1950" dirty="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</a:t>
              </a:r>
              <a:endParaRPr lang="ru-RU" sz="1950" dirty="0" smtClean="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endParaRPr>
            </a:p>
            <a:p>
              <a:pPr algn="ctr">
                <a:lnSpc>
                  <a:spcPts val="2340"/>
                </a:lnSpc>
              </a:pPr>
              <a:endParaRPr lang="ru-RU" sz="1950" dirty="0" smtClean="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endParaRPr>
            </a:p>
            <a:p>
              <a:pPr algn="ctr">
                <a:lnSpc>
                  <a:spcPts val="2340"/>
                </a:lnSpc>
              </a:pPr>
              <a:r>
                <a:rPr lang="en-US" sz="2800" dirty="0" smtClean="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в </a:t>
              </a:r>
              <a:r>
                <a:rPr lang="en-US" sz="2800" dirty="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Claude Code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7388352" y="4864608"/>
            <a:ext cx="256051" cy="950850"/>
            <a:chOff x="0" y="0"/>
            <a:chExt cx="341401" cy="1267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341400" cy="1267797"/>
            </a:xfrm>
            <a:custGeom>
              <a:avLst/>
              <a:gdLst/>
              <a:ahLst/>
              <a:cxnLst/>
              <a:rect l="l" t="t" r="r" b="b"/>
              <a:pathLst>
                <a:path w="341400" h="1267797">
                  <a:moveTo>
                    <a:pt x="0" y="0"/>
                  </a:moveTo>
                  <a:lnTo>
                    <a:pt x="341400" y="0"/>
                  </a:lnTo>
                  <a:lnTo>
                    <a:pt x="341400" y="1267797"/>
                  </a:lnTo>
                  <a:lnTo>
                    <a:pt x="0" y="126779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26460" r="-426460"/>
              </a:stretch>
            </a:blipFill>
          </p:spPr>
        </p:sp>
        <p:sp>
          <p:nvSpPr>
            <p:cNvPr id="46" name="TextBox 46"/>
            <p:cNvSpPr txBox="1"/>
            <p:nvPr/>
          </p:nvSpPr>
          <p:spPr>
            <a:xfrm>
              <a:off x="0" y="-95250"/>
              <a:ext cx="341401" cy="13630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220"/>
                </a:lnSpc>
              </a:pPr>
              <a:r>
                <a:rPr lang="en-US" sz="4350" b="1">
                  <a:solidFill>
                    <a:srgbClr val="A855F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›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7631687" y="3315719"/>
            <a:ext cx="3243786" cy="4963239"/>
            <a:chOff x="0" y="0"/>
            <a:chExt cx="4325048" cy="6617653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4324985" cy="6617589"/>
            </a:xfrm>
            <a:custGeom>
              <a:avLst/>
              <a:gdLst/>
              <a:ahLst/>
              <a:cxnLst/>
              <a:rect l="l" t="t" r="r" b="b"/>
              <a:pathLst>
                <a:path w="4324985" h="6617589">
                  <a:moveTo>
                    <a:pt x="0" y="245745"/>
                  </a:moveTo>
                  <a:cubicBezTo>
                    <a:pt x="0" y="109982"/>
                    <a:pt x="109982" y="0"/>
                    <a:pt x="245745" y="0"/>
                  </a:cubicBezTo>
                  <a:lnTo>
                    <a:pt x="4079240" y="0"/>
                  </a:lnTo>
                  <a:cubicBezTo>
                    <a:pt x="4215003" y="0"/>
                    <a:pt x="4324985" y="109982"/>
                    <a:pt x="4324985" y="245745"/>
                  </a:cubicBezTo>
                  <a:lnTo>
                    <a:pt x="4324985" y="6371844"/>
                  </a:lnTo>
                  <a:cubicBezTo>
                    <a:pt x="4324985" y="6507607"/>
                    <a:pt x="4215003" y="6617589"/>
                    <a:pt x="4079240" y="6617589"/>
                  </a:cubicBezTo>
                  <a:lnTo>
                    <a:pt x="245745" y="6617589"/>
                  </a:lnTo>
                  <a:cubicBezTo>
                    <a:pt x="109982" y="6617589"/>
                    <a:pt x="0" y="6507607"/>
                    <a:pt x="0" y="6371844"/>
                  </a:cubicBezTo>
                  <a:close/>
                </a:path>
              </a:pathLst>
            </a:custGeom>
            <a:solidFill>
              <a:srgbClr val="1E0D3A"/>
            </a:solidFill>
            <a:ln w="25388" cap="sq">
              <a:solidFill>
                <a:srgbClr val="7C3AED"/>
              </a:solidFill>
              <a:prstDash val="solid"/>
              <a:miter/>
            </a:ln>
          </p:spPr>
        </p:sp>
      </p:grpSp>
      <p:grpSp>
        <p:nvGrpSpPr>
          <p:cNvPr id="49" name="Group 49"/>
          <p:cNvGrpSpPr/>
          <p:nvPr/>
        </p:nvGrpSpPr>
        <p:grpSpPr>
          <a:xfrm>
            <a:off x="8723376" y="3621024"/>
            <a:ext cx="1060647" cy="1060647"/>
            <a:chOff x="0" y="0"/>
            <a:chExt cx="1414196" cy="1414196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1414272" cy="1414272"/>
            </a:xfrm>
            <a:custGeom>
              <a:avLst/>
              <a:gdLst/>
              <a:ahLst/>
              <a:cxnLst/>
              <a:rect l="l" t="t" r="r" b="b"/>
              <a:pathLst>
                <a:path w="1414272" h="1414272">
                  <a:moveTo>
                    <a:pt x="0" y="707136"/>
                  </a:moveTo>
                  <a:cubicBezTo>
                    <a:pt x="0" y="316611"/>
                    <a:pt x="316611" y="0"/>
                    <a:pt x="707136" y="0"/>
                  </a:cubicBezTo>
                  <a:cubicBezTo>
                    <a:pt x="1097661" y="0"/>
                    <a:pt x="1414272" y="316611"/>
                    <a:pt x="1414272" y="707136"/>
                  </a:cubicBezTo>
                  <a:cubicBezTo>
                    <a:pt x="1414272" y="1097661"/>
                    <a:pt x="1097661" y="1414272"/>
                    <a:pt x="707136" y="1414272"/>
                  </a:cubicBezTo>
                  <a:cubicBezTo>
                    <a:pt x="316611" y="1414272"/>
                    <a:pt x="0" y="1097661"/>
                    <a:pt x="0" y="707136"/>
                  </a:cubicBezTo>
                  <a:close/>
                </a:path>
              </a:pathLst>
            </a:custGeom>
            <a:solidFill>
              <a:srgbClr val="A855F7"/>
            </a:solidFill>
          </p:spPr>
        </p:sp>
      </p:grpSp>
      <p:grpSp>
        <p:nvGrpSpPr>
          <p:cNvPr id="51" name="Group 51"/>
          <p:cNvGrpSpPr/>
          <p:nvPr/>
        </p:nvGrpSpPr>
        <p:grpSpPr>
          <a:xfrm>
            <a:off x="8723376" y="3621024"/>
            <a:ext cx="1060647" cy="1060650"/>
            <a:chOff x="0" y="0"/>
            <a:chExt cx="1414196" cy="1414200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1414200" cy="1414204"/>
            </a:xfrm>
            <a:custGeom>
              <a:avLst/>
              <a:gdLst/>
              <a:ahLst/>
              <a:cxnLst/>
              <a:rect l="l" t="t" r="r" b="b"/>
              <a:pathLst>
                <a:path w="1414200" h="1414204">
                  <a:moveTo>
                    <a:pt x="0" y="0"/>
                  </a:moveTo>
                  <a:lnTo>
                    <a:pt x="1414200" y="0"/>
                  </a:lnTo>
                  <a:lnTo>
                    <a:pt x="1414200" y="1414204"/>
                  </a:lnTo>
                  <a:lnTo>
                    <a:pt x="0" y="14142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53" name="TextBox 53"/>
            <p:cNvSpPr txBox="1"/>
            <p:nvPr/>
          </p:nvSpPr>
          <p:spPr>
            <a:xfrm>
              <a:off x="0" y="-57150"/>
              <a:ext cx="1414196" cy="1471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7827264" y="4974336"/>
            <a:ext cx="2853004" cy="950850"/>
            <a:chOff x="0" y="0"/>
            <a:chExt cx="3804006" cy="1267800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3804000" cy="1267797"/>
            </a:xfrm>
            <a:custGeom>
              <a:avLst/>
              <a:gdLst/>
              <a:ahLst/>
              <a:cxnLst/>
              <a:rect l="l" t="t" r="r" b="b"/>
              <a:pathLst>
                <a:path w="3804000" h="1267797">
                  <a:moveTo>
                    <a:pt x="0" y="0"/>
                  </a:moveTo>
                  <a:lnTo>
                    <a:pt x="3804000" y="0"/>
                  </a:lnTo>
                  <a:lnTo>
                    <a:pt x="3804000" y="1267797"/>
                  </a:lnTo>
                  <a:lnTo>
                    <a:pt x="0" y="126779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464" b="-8464"/>
              </a:stretch>
            </a:blipFill>
          </p:spPr>
        </p:sp>
        <p:sp>
          <p:nvSpPr>
            <p:cNvPr id="56" name="TextBox 56"/>
            <p:cNvSpPr txBox="1"/>
            <p:nvPr/>
          </p:nvSpPr>
          <p:spPr>
            <a:xfrm>
              <a:off x="0" y="-57150"/>
              <a:ext cx="3804006" cy="13249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GitHub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7827264" y="5925312"/>
            <a:ext cx="2853004" cy="1885188"/>
            <a:chOff x="0" y="0"/>
            <a:chExt cx="3804006" cy="2513584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3804000" cy="2194196"/>
            </a:xfrm>
            <a:custGeom>
              <a:avLst/>
              <a:gdLst/>
              <a:ahLst/>
              <a:cxnLst/>
              <a:rect l="l" t="t" r="r" b="b"/>
              <a:pathLst>
                <a:path w="3804000" h="2194196">
                  <a:moveTo>
                    <a:pt x="0" y="0"/>
                  </a:moveTo>
                  <a:lnTo>
                    <a:pt x="3804000" y="0"/>
                  </a:lnTo>
                  <a:lnTo>
                    <a:pt x="3804000" y="2194196"/>
                  </a:lnTo>
                  <a:lnTo>
                    <a:pt x="0" y="21941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4007" r="-24007"/>
              </a:stretch>
            </a:blipFill>
          </p:spPr>
        </p:sp>
        <p:sp>
          <p:nvSpPr>
            <p:cNvPr id="59" name="TextBox 59"/>
            <p:cNvSpPr txBox="1"/>
            <p:nvPr/>
          </p:nvSpPr>
          <p:spPr>
            <a:xfrm>
              <a:off x="0" y="271759"/>
              <a:ext cx="3804006" cy="22418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0"/>
                </a:lnSpc>
              </a:pPr>
              <a:r>
                <a:rPr lang="ru-RU" sz="2800" dirty="0" smtClean="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Покажи путь в</a:t>
              </a:r>
            </a:p>
            <a:p>
              <a:pPr algn="ctr">
                <a:lnSpc>
                  <a:spcPts val="2340"/>
                </a:lnSpc>
              </a:pPr>
              <a:endParaRPr lang="ru-RU" sz="2800" dirty="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endParaRPr>
            </a:p>
            <a:p>
              <a:pPr algn="ctr">
                <a:lnSpc>
                  <a:spcPts val="2340"/>
                </a:lnSpc>
              </a:pPr>
              <a:r>
                <a:rPr lang="ru-RU" sz="2800" dirty="0" smtClean="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р</a:t>
              </a:r>
              <a:r>
                <a:rPr lang="en-US" sz="2800" dirty="0" err="1" smtClean="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епозиторий</a:t>
              </a:r>
              <a:endParaRPr lang="ru-RU" sz="2800" dirty="0" smtClean="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endParaRPr>
            </a:p>
            <a:p>
              <a:pPr algn="ctr">
                <a:lnSpc>
                  <a:spcPts val="2340"/>
                </a:lnSpc>
              </a:pPr>
              <a:r>
                <a:rPr lang="en-US" sz="2800" dirty="0" smtClean="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</a:t>
              </a:r>
              <a:endParaRPr lang="en-US" sz="2800" dirty="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endParaRP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11106407" y="3315719"/>
            <a:ext cx="3243786" cy="4963239"/>
            <a:chOff x="0" y="0"/>
            <a:chExt cx="4325048" cy="6617653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4324985" cy="6617589"/>
            </a:xfrm>
            <a:custGeom>
              <a:avLst/>
              <a:gdLst/>
              <a:ahLst/>
              <a:cxnLst/>
              <a:rect l="l" t="t" r="r" b="b"/>
              <a:pathLst>
                <a:path w="4324985" h="6617589">
                  <a:moveTo>
                    <a:pt x="0" y="245745"/>
                  </a:moveTo>
                  <a:cubicBezTo>
                    <a:pt x="0" y="109982"/>
                    <a:pt x="109982" y="0"/>
                    <a:pt x="245745" y="0"/>
                  </a:cubicBezTo>
                  <a:lnTo>
                    <a:pt x="4079240" y="0"/>
                  </a:lnTo>
                  <a:cubicBezTo>
                    <a:pt x="4215003" y="0"/>
                    <a:pt x="4324985" y="109982"/>
                    <a:pt x="4324985" y="245745"/>
                  </a:cubicBezTo>
                  <a:lnTo>
                    <a:pt x="4324985" y="6371844"/>
                  </a:lnTo>
                  <a:cubicBezTo>
                    <a:pt x="4324985" y="6507607"/>
                    <a:pt x="4215003" y="6617589"/>
                    <a:pt x="4079240" y="6617589"/>
                  </a:cubicBezTo>
                  <a:lnTo>
                    <a:pt x="245745" y="6617589"/>
                  </a:lnTo>
                  <a:cubicBezTo>
                    <a:pt x="109982" y="6617589"/>
                    <a:pt x="0" y="6507607"/>
                    <a:pt x="0" y="6371844"/>
                  </a:cubicBezTo>
                  <a:close/>
                </a:path>
              </a:pathLst>
            </a:custGeom>
            <a:solidFill>
              <a:srgbClr val="1E0D3A"/>
            </a:solidFill>
            <a:ln w="25388" cap="sq">
              <a:solidFill>
                <a:srgbClr val="7C3AED"/>
              </a:solidFill>
              <a:prstDash val="solid"/>
              <a:miter/>
            </a:ln>
          </p:spPr>
        </p:sp>
      </p:grpSp>
      <p:grpSp>
        <p:nvGrpSpPr>
          <p:cNvPr id="62" name="Group 62"/>
          <p:cNvGrpSpPr/>
          <p:nvPr/>
        </p:nvGrpSpPr>
        <p:grpSpPr>
          <a:xfrm>
            <a:off x="12198096" y="3621024"/>
            <a:ext cx="1060647" cy="1060647"/>
            <a:chOff x="0" y="0"/>
            <a:chExt cx="1414196" cy="1414196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1414272" cy="1414272"/>
            </a:xfrm>
            <a:custGeom>
              <a:avLst/>
              <a:gdLst/>
              <a:ahLst/>
              <a:cxnLst/>
              <a:rect l="l" t="t" r="r" b="b"/>
              <a:pathLst>
                <a:path w="1414272" h="1414272">
                  <a:moveTo>
                    <a:pt x="0" y="707136"/>
                  </a:moveTo>
                  <a:cubicBezTo>
                    <a:pt x="0" y="316611"/>
                    <a:pt x="316611" y="0"/>
                    <a:pt x="707136" y="0"/>
                  </a:cubicBezTo>
                  <a:cubicBezTo>
                    <a:pt x="1097661" y="0"/>
                    <a:pt x="1414272" y="316611"/>
                    <a:pt x="1414272" y="707136"/>
                  </a:cubicBezTo>
                  <a:cubicBezTo>
                    <a:pt x="1414272" y="1097661"/>
                    <a:pt x="1097661" y="1414272"/>
                    <a:pt x="707136" y="1414272"/>
                  </a:cubicBezTo>
                  <a:cubicBezTo>
                    <a:pt x="316611" y="1414272"/>
                    <a:pt x="0" y="1097661"/>
                    <a:pt x="0" y="707136"/>
                  </a:cubicBezTo>
                  <a:close/>
                </a:path>
              </a:pathLst>
            </a:custGeom>
            <a:solidFill>
              <a:srgbClr val="A855F7"/>
            </a:solidFill>
          </p:spPr>
        </p:sp>
      </p:grpSp>
      <p:grpSp>
        <p:nvGrpSpPr>
          <p:cNvPr id="64" name="Group 64"/>
          <p:cNvGrpSpPr/>
          <p:nvPr/>
        </p:nvGrpSpPr>
        <p:grpSpPr>
          <a:xfrm>
            <a:off x="12198096" y="3621024"/>
            <a:ext cx="1060647" cy="1060650"/>
            <a:chOff x="0" y="0"/>
            <a:chExt cx="1414196" cy="1414200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1414200" cy="1414204"/>
            </a:xfrm>
            <a:custGeom>
              <a:avLst/>
              <a:gdLst/>
              <a:ahLst/>
              <a:cxnLst/>
              <a:rect l="l" t="t" r="r" b="b"/>
              <a:pathLst>
                <a:path w="1414200" h="1414204">
                  <a:moveTo>
                    <a:pt x="0" y="0"/>
                  </a:moveTo>
                  <a:lnTo>
                    <a:pt x="1414200" y="0"/>
                  </a:lnTo>
                  <a:lnTo>
                    <a:pt x="1414200" y="1414204"/>
                  </a:lnTo>
                  <a:lnTo>
                    <a:pt x="0" y="14142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66" name="TextBox 66"/>
            <p:cNvSpPr txBox="1"/>
            <p:nvPr/>
          </p:nvSpPr>
          <p:spPr>
            <a:xfrm>
              <a:off x="0" y="-57150"/>
              <a:ext cx="1414196" cy="1471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4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11301984" y="4974336"/>
            <a:ext cx="2853004" cy="950850"/>
            <a:chOff x="0" y="0"/>
            <a:chExt cx="3804006" cy="1267800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3804000" cy="1267797"/>
            </a:xfrm>
            <a:custGeom>
              <a:avLst/>
              <a:gdLst/>
              <a:ahLst/>
              <a:cxnLst/>
              <a:rect l="l" t="t" r="r" b="b"/>
              <a:pathLst>
                <a:path w="3804000" h="1267797">
                  <a:moveTo>
                    <a:pt x="0" y="0"/>
                  </a:moveTo>
                  <a:lnTo>
                    <a:pt x="3804000" y="0"/>
                  </a:lnTo>
                  <a:lnTo>
                    <a:pt x="3804000" y="1267797"/>
                  </a:lnTo>
                  <a:lnTo>
                    <a:pt x="0" y="126779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464" b="-8464"/>
              </a:stretch>
            </a:blipFill>
          </p:spPr>
        </p:sp>
        <p:sp>
          <p:nvSpPr>
            <p:cNvPr id="69" name="TextBox 69"/>
            <p:cNvSpPr txBox="1"/>
            <p:nvPr/>
          </p:nvSpPr>
          <p:spPr>
            <a:xfrm>
              <a:off x="0" y="-57150"/>
              <a:ext cx="3804006" cy="13249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Сборка</a:t>
              </a: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11301984" y="5889593"/>
            <a:ext cx="2853004" cy="1844707"/>
            <a:chOff x="0" y="-47625"/>
            <a:chExt cx="3804006" cy="2459609"/>
          </a:xfrm>
        </p:grpSpPr>
        <p:sp>
          <p:nvSpPr>
            <p:cNvPr id="71" name="Freeform 71"/>
            <p:cNvSpPr/>
            <p:nvPr/>
          </p:nvSpPr>
          <p:spPr>
            <a:xfrm>
              <a:off x="0" y="217788"/>
              <a:ext cx="3804001" cy="2194196"/>
            </a:xfrm>
            <a:custGeom>
              <a:avLst/>
              <a:gdLst/>
              <a:ahLst/>
              <a:cxnLst/>
              <a:rect l="l" t="t" r="r" b="b"/>
              <a:pathLst>
                <a:path w="3804000" h="2194196">
                  <a:moveTo>
                    <a:pt x="0" y="0"/>
                  </a:moveTo>
                  <a:lnTo>
                    <a:pt x="3804000" y="0"/>
                  </a:lnTo>
                  <a:lnTo>
                    <a:pt x="3804000" y="2194196"/>
                  </a:lnTo>
                  <a:lnTo>
                    <a:pt x="0" y="21941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4007" r="-24007"/>
              </a:stretch>
            </a:blipFill>
          </p:spPr>
        </p:sp>
        <p:sp>
          <p:nvSpPr>
            <p:cNvPr id="72" name="TextBox 72"/>
            <p:cNvSpPr txBox="1"/>
            <p:nvPr/>
          </p:nvSpPr>
          <p:spPr>
            <a:xfrm>
              <a:off x="0" y="-47625"/>
              <a:ext cx="3804006" cy="22418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0"/>
                </a:lnSpc>
              </a:pPr>
              <a:r>
                <a:rPr lang="en-US" sz="2800" dirty="0" err="1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Вайбкодинг</a:t>
              </a:r>
              <a:r>
                <a:rPr lang="en-US" sz="2800" dirty="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</a:t>
              </a:r>
              <a:r>
                <a:rPr lang="en-US" sz="2800" dirty="0" err="1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по</a:t>
              </a:r>
              <a:r>
                <a:rPr lang="en-US" sz="2800" dirty="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</a:t>
              </a:r>
              <a:r>
                <a:rPr lang="en-US" sz="2800" dirty="0" err="1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шагам</a:t>
              </a:r>
              <a:endParaRPr lang="en-US" sz="2800" dirty="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endParaRPr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14568421" y="3303013"/>
            <a:ext cx="3269209" cy="4988662"/>
            <a:chOff x="0" y="0"/>
            <a:chExt cx="4358945" cy="6651549"/>
          </a:xfrm>
        </p:grpSpPr>
        <p:sp>
          <p:nvSpPr>
            <p:cNvPr id="74" name="Freeform 74"/>
            <p:cNvSpPr/>
            <p:nvPr/>
          </p:nvSpPr>
          <p:spPr>
            <a:xfrm>
              <a:off x="0" y="0"/>
              <a:ext cx="4358894" cy="6651498"/>
            </a:xfrm>
            <a:custGeom>
              <a:avLst/>
              <a:gdLst/>
              <a:ahLst/>
              <a:cxnLst/>
              <a:rect l="l" t="t" r="r" b="b"/>
              <a:pathLst>
                <a:path w="4358894" h="6651498">
                  <a:moveTo>
                    <a:pt x="0" y="247650"/>
                  </a:moveTo>
                  <a:cubicBezTo>
                    <a:pt x="0" y="110871"/>
                    <a:pt x="110871" y="0"/>
                    <a:pt x="247650" y="0"/>
                  </a:cubicBezTo>
                  <a:lnTo>
                    <a:pt x="4111244" y="0"/>
                  </a:lnTo>
                  <a:cubicBezTo>
                    <a:pt x="4248023" y="0"/>
                    <a:pt x="4358894" y="110871"/>
                    <a:pt x="4358894" y="247650"/>
                  </a:cubicBezTo>
                  <a:lnTo>
                    <a:pt x="4358894" y="6403848"/>
                  </a:lnTo>
                  <a:cubicBezTo>
                    <a:pt x="4358894" y="6540627"/>
                    <a:pt x="4248023" y="6651498"/>
                    <a:pt x="4111244" y="6651498"/>
                  </a:cubicBezTo>
                  <a:lnTo>
                    <a:pt x="247650" y="6651498"/>
                  </a:lnTo>
                  <a:cubicBezTo>
                    <a:pt x="110871" y="6651498"/>
                    <a:pt x="0" y="6540627"/>
                    <a:pt x="0" y="6403848"/>
                  </a:cubicBezTo>
                  <a:close/>
                </a:path>
              </a:pathLst>
            </a:custGeom>
            <a:solidFill>
              <a:srgbClr val="2D1B4E"/>
            </a:solidFill>
            <a:ln w="50812" cap="sq">
              <a:solidFill>
                <a:srgbClr val="A855F7"/>
              </a:solidFill>
              <a:prstDash val="solid"/>
              <a:miter/>
            </a:ln>
          </p:spPr>
        </p:sp>
      </p:grpSp>
      <p:grpSp>
        <p:nvGrpSpPr>
          <p:cNvPr id="75" name="Group 75"/>
          <p:cNvGrpSpPr/>
          <p:nvPr/>
        </p:nvGrpSpPr>
        <p:grpSpPr>
          <a:xfrm>
            <a:off x="15672816" y="3621024"/>
            <a:ext cx="1060647" cy="1060647"/>
            <a:chOff x="0" y="0"/>
            <a:chExt cx="1414196" cy="1414196"/>
          </a:xfrm>
        </p:grpSpPr>
        <p:sp>
          <p:nvSpPr>
            <p:cNvPr id="76" name="Freeform 76"/>
            <p:cNvSpPr/>
            <p:nvPr/>
          </p:nvSpPr>
          <p:spPr>
            <a:xfrm>
              <a:off x="0" y="0"/>
              <a:ext cx="1414272" cy="1414272"/>
            </a:xfrm>
            <a:custGeom>
              <a:avLst/>
              <a:gdLst/>
              <a:ahLst/>
              <a:cxnLst/>
              <a:rect l="l" t="t" r="r" b="b"/>
              <a:pathLst>
                <a:path w="1414272" h="1414272">
                  <a:moveTo>
                    <a:pt x="0" y="707136"/>
                  </a:moveTo>
                  <a:cubicBezTo>
                    <a:pt x="0" y="316611"/>
                    <a:pt x="316611" y="0"/>
                    <a:pt x="707136" y="0"/>
                  </a:cubicBezTo>
                  <a:cubicBezTo>
                    <a:pt x="1097661" y="0"/>
                    <a:pt x="1414272" y="316611"/>
                    <a:pt x="1414272" y="707136"/>
                  </a:cubicBezTo>
                  <a:cubicBezTo>
                    <a:pt x="1414272" y="1097661"/>
                    <a:pt x="1097661" y="1414272"/>
                    <a:pt x="707136" y="1414272"/>
                  </a:cubicBezTo>
                  <a:cubicBezTo>
                    <a:pt x="316611" y="1414272"/>
                    <a:pt x="0" y="1097661"/>
                    <a:pt x="0" y="707136"/>
                  </a:cubicBezTo>
                  <a:close/>
                </a:path>
              </a:pathLst>
            </a:custGeom>
            <a:solidFill>
              <a:srgbClr val="A352EF"/>
            </a:solidFill>
          </p:spPr>
        </p:sp>
      </p:grpSp>
      <p:grpSp>
        <p:nvGrpSpPr>
          <p:cNvPr id="77" name="Group 77"/>
          <p:cNvGrpSpPr/>
          <p:nvPr/>
        </p:nvGrpSpPr>
        <p:grpSpPr>
          <a:xfrm>
            <a:off x="15672816" y="3621024"/>
            <a:ext cx="1060647" cy="1060650"/>
            <a:chOff x="0" y="0"/>
            <a:chExt cx="1414196" cy="1414200"/>
          </a:xfrm>
        </p:grpSpPr>
        <p:sp>
          <p:nvSpPr>
            <p:cNvPr id="78" name="Freeform 78"/>
            <p:cNvSpPr/>
            <p:nvPr/>
          </p:nvSpPr>
          <p:spPr>
            <a:xfrm>
              <a:off x="0" y="0"/>
              <a:ext cx="1414200" cy="1414204"/>
            </a:xfrm>
            <a:custGeom>
              <a:avLst/>
              <a:gdLst/>
              <a:ahLst/>
              <a:cxnLst/>
              <a:rect l="l" t="t" r="r" b="b"/>
              <a:pathLst>
                <a:path w="1414200" h="1414204">
                  <a:moveTo>
                    <a:pt x="0" y="0"/>
                  </a:moveTo>
                  <a:lnTo>
                    <a:pt x="1414200" y="0"/>
                  </a:lnTo>
                  <a:lnTo>
                    <a:pt x="1414200" y="1414204"/>
                  </a:lnTo>
                  <a:lnTo>
                    <a:pt x="0" y="14142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79" name="TextBox 79"/>
            <p:cNvSpPr txBox="1"/>
            <p:nvPr/>
          </p:nvSpPr>
          <p:spPr>
            <a:xfrm>
              <a:off x="0" y="-57150"/>
              <a:ext cx="1414196" cy="1471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</a:t>
              </a:r>
            </a:p>
          </p:txBody>
        </p:sp>
      </p:grpSp>
      <p:grpSp>
        <p:nvGrpSpPr>
          <p:cNvPr id="80" name="Group 80"/>
          <p:cNvGrpSpPr/>
          <p:nvPr/>
        </p:nvGrpSpPr>
        <p:grpSpPr>
          <a:xfrm>
            <a:off x="14776704" y="4974336"/>
            <a:ext cx="2853004" cy="950850"/>
            <a:chOff x="0" y="0"/>
            <a:chExt cx="3804006" cy="1267800"/>
          </a:xfrm>
        </p:grpSpPr>
        <p:sp>
          <p:nvSpPr>
            <p:cNvPr id="81" name="Freeform 81"/>
            <p:cNvSpPr/>
            <p:nvPr/>
          </p:nvSpPr>
          <p:spPr>
            <a:xfrm>
              <a:off x="0" y="0"/>
              <a:ext cx="3804000" cy="1267797"/>
            </a:xfrm>
            <a:custGeom>
              <a:avLst/>
              <a:gdLst/>
              <a:ahLst/>
              <a:cxnLst/>
              <a:rect l="l" t="t" r="r" b="b"/>
              <a:pathLst>
                <a:path w="3804000" h="1267797">
                  <a:moveTo>
                    <a:pt x="0" y="0"/>
                  </a:moveTo>
                  <a:lnTo>
                    <a:pt x="3804000" y="0"/>
                  </a:lnTo>
                  <a:lnTo>
                    <a:pt x="3804000" y="1267797"/>
                  </a:lnTo>
                  <a:lnTo>
                    <a:pt x="0" y="126779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464" b="-8464"/>
              </a:stretch>
            </a:blipFill>
          </p:spPr>
        </p:sp>
        <p:sp>
          <p:nvSpPr>
            <p:cNvPr id="82" name="TextBox 82"/>
            <p:cNvSpPr txBox="1"/>
            <p:nvPr/>
          </p:nvSpPr>
          <p:spPr>
            <a:xfrm>
              <a:off x="0" y="-57150"/>
              <a:ext cx="3804006" cy="13249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Публикация</a:t>
              </a:r>
            </a:p>
          </p:txBody>
        </p:sp>
      </p:grpSp>
      <p:grpSp>
        <p:nvGrpSpPr>
          <p:cNvPr id="83" name="Group 83"/>
          <p:cNvGrpSpPr/>
          <p:nvPr/>
        </p:nvGrpSpPr>
        <p:grpSpPr>
          <a:xfrm>
            <a:off x="14776704" y="5925312"/>
            <a:ext cx="2853004" cy="1732788"/>
            <a:chOff x="0" y="0"/>
            <a:chExt cx="3804006" cy="2310384"/>
          </a:xfrm>
        </p:grpSpPr>
        <p:sp>
          <p:nvSpPr>
            <p:cNvPr id="84" name="Freeform 84"/>
            <p:cNvSpPr/>
            <p:nvPr/>
          </p:nvSpPr>
          <p:spPr>
            <a:xfrm>
              <a:off x="0" y="0"/>
              <a:ext cx="3804000" cy="2194196"/>
            </a:xfrm>
            <a:custGeom>
              <a:avLst/>
              <a:gdLst/>
              <a:ahLst/>
              <a:cxnLst/>
              <a:rect l="l" t="t" r="r" b="b"/>
              <a:pathLst>
                <a:path w="3804000" h="2194196">
                  <a:moveTo>
                    <a:pt x="0" y="0"/>
                  </a:moveTo>
                  <a:lnTo>
                    <a:pt x="3804000" y="0"/>
                  </a:lnTo>
                  <a:lnTo>
                    <a:pt x="3804000" y="2194196"/>
                  </a:lnTo>
                  <a:lnTo>
                    <a:pt x="0" y="21941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4007" r="-24007"/>
              </a:stretch>
            </a:blipFill>
          </p:spPr>
        </p:sp>
        <p:sp>
          <p:nvSpPr>
            <p:cNvPr id="85" name="TextBox 85"/>
            <p:cNvSpPr txBox="1"/>
            <p:nvPr/>
          </p:nvSpPr>
          <p:spPr>
            <a:xfrm>
              <a:off x="0" y="68559"/>
              <a:ext cx="3804006" cy="22418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0"/>
                </a:lnSpc>
              </a:pPr>
              <a:r>
                <a:rPr lang="ru-RU" sz="2800" dirty="0" smtClean="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Продукт</a:t>
              </a:r>
            </a:p>
            <a:p>
              <a:pPr algn="ctr">
                <a:lnSpc>
                  <a:spcPts val="2340"/>
                </a:lnSpc>
              </a:pPr>
              <a:r>
                <a:rPr lang="ru-RU" sz="2800" dirty="0" smtClean="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</a:t>
              </a:r>
            </a:p>
            <a:p>
              <a:pPr algn="ctr">
                <a:lnSpc>
                  <a:spcPts val="2340"/>
                </a:lnSpc>
              </a:pPr>
              <a:r>
                <a:rPr lang="en-US" sz="2800" dirty="0" err="1" smtClean="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по</a:t>
              </a:r>
              <a:r>
                <a:rPr lang="en-US" sz="2800" dirty="0" smtClean="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</a:t>
              </a:r>
              <a:r>
                <a:rPr lang="en-US" sz="2800" dirty="0" err="1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ссылке</a:t>
              </a:r>
              <a:endParaRPr lang="en-US" sz="2800" dirty="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7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7448" y="-711013"/>
            <a:ext cx="18269712" cy="10287000"/>
            <a:chOff x="0" y="0"/>
            <a:chExt cx="101494171" cy="57150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1494177" cy="57150000"/>
            </a:xfrm>
            <a:custGeom>
              <a:avLst/>
              <a:gdLst/>
              <a:ahLst/>
              <a:cxnLst/>
              <a:rect l="l" t="t" r="r" b="b"/>
              <a:pathLst>
                <a:path w="101494177" h="57150000">
                  <a:moveTo>
                    <a:pt x="101494177" y="0"/>
                  </a:moveTo>
                  <a:lnTo>
                    <a:pt x="101494177" y="57150000"/>
                  </a:lnTo>
                  <a:lnTo>
                    <a:pt x="0" y="57150000"/>
                  </a:lnTo>
                  <a:lnTo>
                    <a:pt x="0" y="0"/>
                  </a:lnTo>
                  <a:lnTo>
                    <a:pt x="101494177" y="0"/>
                  </a:lnTo>
                  <a:close/>
                </a:path>
              </a:pathLst>
            </a:custGeom>
            <a:solidFill>
              <a:srgbClr val="2D1B4E"/>
            </a:solidFill>
          </p:spPr>
        </p:sp>
      </p:grpSp>
      <p:sp>
        <p:nvSpPr>
          <p:cNvPr id="4" name="Freeform 4"/>
          <p:cNvSpPr/>
          <p:nvPr/>
        </p:nvSpPr>
        <p:spPr>
          <a:xfrm>
            <a:off x="11992470" y="-3017520"/>
            <a:ext cx="8229600" cy="8229600"/>
          </a:xfrm>
          <a:custGeom>
            <a:avLst/>
            <a:gdLst/>
            <a:ahLst/>
            <a:cxnLst/>
            <a:rect l="l" t="t" r="r" b="b"/>
            <a:pathLst>
              <a:path w="8229600" h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793356" y="3304413"/>
            <a:ext cx="5543550" cy="3038094"/>
            <a:chOff x="0" y="0"/>
            <a:chExt cx="4927600" cy="270052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927600" cy="2700528"/>
            </a:xfrm>
            <a:custGeom>
              <a:avLst/>
              <a:gdLst/>
              <a:ahLst/>
              <a:cxnLst/>
              <a:rect l="l" t="t" r="r" b="b"/>
              <a:pathLst>
                <a:path w="4927600" h="2700528">
                  <a:moveTo>
                    <a:pt x="0" y="0"/>
                  </a:moveTo>
                  <a:lnTo>
                    <a:pt x="4927600" y="0"/>
                  </a:lnTo>
                  <a:lnTo>
                    <a:pt x="4927600" y="2700528"/>
                  </a:lnTo>
                  <a:lnTo>
                    <a:pt x="0" y="2700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sp>
        <p:nvSpPr>
          <p:cNvPr id="7" name="Freeform 7"/>
          <p:cNvSpPr/>
          <p:nvPr/>
        </p:nvSpPr>
        <p:spPr>
          <a:xfrm>
            <a:off x="988352" y="2908487"/>
            <a:ext cx="5200650" cy="2695194"/>
          </a:xfrm>
          <a:custGeom>
            <a:avLst/>
            <a:gdLst/>
            <a:ahLst/>
            <a:cxnLst/>
            <a:rect l="l" t="t" r="r" b="b"/>
            <a:pathLst>
              <a:path w="5200650" h="2695194">
                <a:moveTo>
                  <a:pt x="0" y="0"/>
                </a:moveTo>
                <a:lnTo>
                  <a:pt x="5200650" y="0"/>
                </a:lnTo>
                <a:lnTo>
                  <a:pt x="5200650" y="2695194"/>
                </a:lnTo>
                <a:lnTo>
                  <a:pt x="0" y="269519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375601" y="3111941"/>
            <a:ext cx="843534" cy="843534"/>
          </a:xfrm>
          <a:custGeom>
            <a:avLst/>
            <a:gdLst/>
            <a:ahLst/>
            <a:cxnLst/>
            <a:rect l="l" t="t" r="r" b="b"/>
            <a:pathLst>
              <a:path w="843534" h="843534">
                <a:moveTo>
                  <a:pt x="0" y="0"/>
                </a:moveTo>
                <a:lnTo>
                  <a:pt x="843533" y="0"/>
                </a:lnTo>
                <a:lnTo>
                  <a:pt x="843533" y="843534"/>
                </a:lnTo>
                <a:lnTo>
                  <a:pt x="0" y="84353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=""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1587742" y="3307775"/>
            <a:ext cx="466344" cy="466344"/>
            <a:chOff x="0" y="0"/>
            <a:chExt cx="414528" cy="41452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14528" cy="414528"/>
            </a:xfrm>
            <a:custGeom>
              <a:avLst/>
              <a:gdLst/>
              <a:ahLst/>
              <a:cxnLst/>
              <a:rect l="l" t="t" r="r" b="b"/>
              <a:pathLst>
                <a:path w="414528" h="414528">
                  <a:moveTo>
                    <a:pt x="0" y="0"/>
                  </a:moveTo>
                  <a:lnTo>
                    <a:pt x="414528" y="0"/>
                  </a:lnTo>
                  <a:lnTo>
                    <a:pt x="414528" y="414528"/>
                  </a:lnTo>
                  <a:lnTo>
                    <a:pt x="0" y="414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6386284" y="3304413"/>
            <a:ext cx="5543550" cy="3038094"/>
            <a:chOff x="0" y="0"/>
            <a:chExt cx="4927600" cy="270052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927600" cy="2700528"/>
            </a:xfrm>
            <a:custGeom>
              <a:avLst/>
              <a:gdLst/>
              <a:ahLst/>
              <a:cxnLst/>
              <a:rect l="l" t="t" r="r" b="b"/>
              <a:pathLst>
                <a:path w="4927600" h="2700528">
                  <a:moveTo>
                    <a:pt x="0" y="0"/>
                  </a:moveTo>
                  <a:lnTo>
                    <a:pt x="4927600" y="0"/>
                  </a:lnTo>
                  <a:lnTo>
                    <a:pt x="4927600" y="2700528"/>
                  </a:lnTo>
                  <a:lnTo>
                    <a:pt x="0" y="2700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sp>
        <p:nvSpPr>
          <p:cNvPr id="13" name="Freeform 13"/>
          <p:cNvSpPr/>
          <p:nvPr/>
        </p:nvSpPr>
        <p:spPr>
          <a:xfrm>
            <a:off x="6684265" y="2929361"/>
            <a:ext cx="5200650" cy="2695194"/>
          </a:xfrm>
          <a:custGeom>
            <a:avLst/>
            <a:gdLst/>
            <a:ahLst/>
            <a:cxnLst/>
            <a:rect l="l" t="t" r="r" b="b"/>
            <a:pathLst>
              <a:path w="5200650" h="2695194">
                <a:moveTo>
                  <a:pt x="0" y="0"/>
                </a:moveTo>
                <a:lnTo>
                  <a:pt x="5200650" y="0"/>
                </a:lnTo>
                <a:lnTo>
                  <a:pt x="5200650" y="2695194"/>
                </a:lnTo>
                <a:lnTo>
                  <a:pt x="0" y="269519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=""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7056538" y="3155103"/>
            <a:ext cx="843534" cy="843534"/>
          </a:xfrm>
          <a:custGeom>
            <a:avLst/>
            <a:gdLst/>
            <a:ahLst/>
            <a:cxnLst/>
            <a:rect l="l" t="t" r="r" b="b"/>
            <a:pathLst>
              <a:path w="843534" h="843534">
                <a:moveTo>
                  <a:pt x="0" y="0"/>
                </a:moveTo>
                <a:lnTo>
                  <a:pt x="843534" y="0"/>
                </a:lnTo>
                <a:lnTo>
                  <a:pt x="843534" y="843534"/>
                </a:lnTo>
                <a:lnTo>
                  <a:pt x="0" y="84353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=""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grpSp>
        <p:nvGrpSpPr>
          <p:cNvPr id="15" name="Group 15"/>
          <p:cNvGrpSpPr/>
          <p:nvPr/>
        </p:nvGrpSpPr>
        <p:grpSpPr>
          <a:xfrm>
            <a:off x="7247705" y="3328589"/>
            <a:ext cx="466344" cy="466344"/>
            <a:chOff x="0" y="0"/>
            <a:chExt cx="414528" cy="414528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14528" cy="414528"/>
            </a:xfrm>
            <a:custGeom>
              <a:avLst/>
              <a:gdLst/>
              <a:ahLst/>
              <a:cxnLst/>
              <a:rect l="l" t="t" r="r" b="b"/>
              <a:pathLst>
                <a:path w="414528" h="414528">
                  <a:moveTo>
                    <a:pt x="0" y="0"/>
                  </a:moveTo>
                  <a:lnTo>
                    <a:pt x="414528" y="0"/>
                  </a:lnTo>
                  <a:lnTo>
                    <a:pt x="414528" y="414528"/>
                  </a:lnTo>
                  <a:lnTo>
                    <a:pt x="0" y="414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/>
              </a:stretch>
            </a:blipFill>
          </p:spPr>
        </p:sp>
      </p:grpSp>
      <p:grpSp>
        <p:nvGrpSpPr>
          <p:cNvPr id="17" name="Group 17"/>
          <p:cNvGrpSpPr/>
          <p:nvPr/>
        </p:nvGrpSpPr>
        <p:grpSpPr>
          <a:xfrm>
            <a:off x="11979212" y="3304413"/>
            <a:ext cx="5543550" cy="3038094"/>
            <a:chOff x="0" y="0"/>
            <a:chExt cx="4927600" cy="2700528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4927600" cy="2700528"/>
            </a:xfrm>
            <a:custGeom>
              <a:avLst/>
              <a:gdLst/>
              <a:ahLst/>
              <a:cxnLst/>
              <a:rect l="l" t="t" r="r" b="b"/>
              <a:pathLst>
                <a:path w="4927600" h="2700528">
                  <a:moveTo>
                    <a:pt x="0" y="0"/>
                  </a:moveTo>
                  <a:lnTo>
                    <a:pt x="4927600" y="0"/>
                  </a:lnTo>
                  <a:lnTo>
                    <a:pt x="4927600" y="2700528"/>
                  </a:lnTo>
                  <a:lnTo>
                    <a:pt x="0" y="2700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/>
              </a:stretch>
            </a:blipFill>
          </p:spPr>
        </p:sp>
      </p:grpSp>
      <p:sp>
        <p:nvSpPr>
          <p:cNvPr id="19" name="Freeform 19"/>
          <p:cNvSpPr/>
          <p:nvPr/>
        </p:nvSpPr>
        <p:spPr>
          <a:xfrm>
            <a:off x="12350915" y="2929361"/>
            <a:ext cx="5200650" cy="2695194"/>
          </a:xfrm>
          <a:custGeom>
            <a:avLst/>
            <a:gdLst/>
            <a:ahLst/>
            <a:cxnLst/>
            <a:rect l="l" t="t" r="r" b="b"/>
            <a:pathLst>
              <a:path w="5200650" h="2695194">
                <a:moveTo>
                  <a:pt x="0" y="0"/>
                </a:moveTo>
                <a:lnTo>
                  <a:pt x="5200650" y="0"/>
                </a:lnTo>
                <a:lnTo>
                  <a:pt x="5200650" y="2695194"/>
                </a:lnTo>
                <a:lnTo>
                  <a:pt x="0" y="269519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=""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12794628" y="3188146"/>
            <a:ext cx="843534" cy="843534"/>
          </a:xfrm>
          <a:custGeom>
            <a:avLst/>
            <a:gdLst/>
            <a:ahLst/>
            <a:cxnLst/>
            <a:rect l="l" t="t" r="r" b="b"/>
            <a:pathLst>
              <a:path w="843534" h="843534">
                <a:moveTo>
                  <a:pt x="0" y="0"/>
                </a:moveTo>
                <a:lnTo>
                  <a:pt x="843534" y="0"/>
                </a:lnTo>
                <a:lnTo>
                  <a:pt x="843534" y="843534"/>
                </a:lnTo>
                <a:lnTo>
                  <a:pt x="0" y="84353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=""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</p:sp>
      <p:grpSp>
        <p:nvGrpSpPr>
          <p:cNvPr id="21" name="Group 21"/>
          <p:cNvGrpSpPr/>
          <p:nvPr/>
        </p:nvGrpSpPr>
        <p:grpSpPr>
          <a:xfrm>
            <a:off x="12950304" y="3343698"/>
            <a:ext cx="466344" cy="466344"/>
            <a:chOff x="0" y="0"/>
            <a:chExt cx="414528" cy="414528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414528" cy="414528"/>
            </a:xfrm>
            <a:custGeom>
              <a:avLst/>
              <a:gdLst/>
              <a:ahLst/>
              <a:cxnLst/>
              <a:rect l="l" t="t" r="r" b="b"/>
              <a:pathLst>
                <a:path w="414528" h="414528">
                  <a:moveTo>
                    <a:pt x="0" y="0"/>
                  </a:moveTo>
                  <a:lnTo>
                    <a:pt x="414528" y="0"/>
                  </a:lnTo>
                  <a:lnTo>
                    <a:pt x="414528" y="414528"/>
                  </a:lnTo>
                  <a:lnTo>
                    <a:pt x="0" y="414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/>
              </a:stretch>
            </a:blipFill>
          </p:spPr>
        </p:sp>
      </p:grpSp>
      <p:grpSp>
        <p:nvGrpSpPr>
          <p:cNvPr id="23" name="Group 23"/>
          <p:cNvGrpSpPr/>
          <p:nvPr/>
        </p:nvGrpSpPr>
        <p:grpSpPr>
          <a:xfrm>
            <a:off x="793356" y="6321933"/>
            <a:ext cx="5543550" cy="3038094"/>
            <a:chOff x="0" y="0"/>
            <a:chExt cx="4927600" cy="2700528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4927600" cy="2700528"/>
            </a:xfrm>
            <a:custGeom>
              <a:avLst/>
              <a:gdLst/>
              <a:ahLst/>
              <a:cxnLst/>
              <a:rect l="l" t="t" r="r" b="b"/>
              <a:pathLst>
                <a:path w="4927600" h="2700528">
                  <a:moveTo>
                    <a:pt x="0" y="0"/>
                  </a:moveTo>
                  <a:lnTo>
                    <a:pt x="4927600" y="0"/>
                  </a:lnTo>
                  <a:lnTo>
                    <a:pt x="4927600" y="2700528"/>
                  </a:lnTo>
                  <a:lnTo>
                    <a:pt x="0" y="2700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sp>
        <p:nvSpPr>
          <p:cNvPr id="25" name="Freeform 25"/>
          <p:cNvSpPr/>
          <p:nvPr/>
        </p:nvSpPr>
        <p:spPr>
          <a:xfrm>
            <a:off x="964806" y="6621971"/>
            <a:ext cx="5200650" cy="2695194"/>
          </a:xfrm>
          <a:custGeom>
            <a:avLst/>
            <a:gdLst/>
            <a:ahLst/>
            <a:cxnLst/>
            <a:rect l="l" t="t" r="r" b="b"/>
            <a:pathLst>
              <a:path w="5200650" h="2695194">
                <a:moveTo>
                  <a:pt x="0" y="0"/>
                </a:moveTo>
                <a:lnTo>
                  <a:pt x="5200650" y="0"/>
                </a:lnTo>
                <a:lnTo>
                  <a:pt x="5200650" y="2695194"/>
                </a:lnTo>
                <a:lnTo>
                  <a:pt x="0" y="269519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=""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>
            <a:off x="1375601" y="6847713"/>
            <a:ext cx="843534" cy="843534"/>
          </a:xfrm>
          <a:custGeom>
            <a:avLst/>
            <a:gdLst/>
            <a:ahLst/>
            <a:cxnLst/>
            <a:rect l="l" t="t" r="r" b="b"/>
            <a:pathLst>
              <a:path w="843534" h="843534">
                <a:moveTo>
                  <a:pt x="0" y="0"/>
                </a:moveTo>
                <a:lnTo>
                  <a:pt x="843533" y="0"/>
                </a:lnTo>
                <a:lnTo>
                  <a:pt x="843533" y="843534"/>
                </a:lnTo>
                <a:lnTo>
                  <a:pt x="0" y="843534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="" xmlns:asvg="http://schemas.microsoft.com/office/drawing/2016/SVG/main" r:embed="rId21"/>
                </a:ext>
              </a:extLst>
            </a:blip>
            <a:stretch>
              <a:fillRect/>
            </a:stretch>
          </a:blipFill>
        </p:spPr>
      </p:sp>
      <p:grpSp>
        <p:nvGrpSpPr>
          <p:cNvPr id="27" name="Group 27"/>
          <p:cNvGrpSpPr/>
          <p:nvPr/>
        </p:nvGrpSpPr>
        <p:grpSpPr>
          <a:xfrm>
            <a:off x="1564196" y="7036308"/>
            <a:ext cx="466344" cy="466344"/>
            <a:chOff x="0" y="0"/>
            <a:chExt cx="414528" cy="414528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414528" cy="414528"/>
            </a:xfrm>
            <a:custGeom>
              <a:avLst/>
              <a:gdLst/>
              <a:ahLst/>
              <a:cxnLst/>
              <a:rect l="l" t="t" r="r" b="b"/>
              <a:pathLst>
                <a:path w="414528" h="414528">
                  <a:moveTo>
                    <a:pt x="0" y="0"/>
                  </a:moveTo>
                  <a:lnTo>
                    <a:pt x="414528" y="0"/>
                  </a:lnTo>
                  <a:lnTo>
                    <a:pt x="414528" y="414528"/>
                  </a:lnTo>
                  <a:lnTo>
                    <a:pt x="0" y="414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/>
              </a:stretch>
            </a:blipFill>
          </p:spPr>
        </p:sp>
      </p:grpSp>
      <p:grpSp>
        <p:nvGrpSpPr>
          <p:cNvPr id="29" name="Group 29"/>
          <p:cNvGrpSpPr/>
          <p:nvPr/>
        </p:nvGrpSpPr>
        <p:grpSpPr>
          <a:xfrm>
            <a:off x="6386284" y="6321933"/>
            <a:ext cx="5543550" cy="3038094"/>
            <a:chOff x="0" y="0"/>
            <a:chExt cx="4927600" cy="2700528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4927600" cy="2700528"/>
            </a:xfrm>
            <a:custGeom>
              <a:avLst/>
              <a:gdLst/>
              <a:ahLst/>
              <a:cxnLst/>
              <a:rect l="l" t="t" r="r" b="b"/>
              <a:pathLst>
                <a:path w="4927600" h="2700528">
                  <a:moveTo>
                    <a:pt x="0" y="0"/>
                  </a:moveTo>
                  <a:lnTo>
                    <a:pt x="4927600" y="0"/>
                  </a:lnTo>
                  <a:lnTo>
                    <a:pt x="4927600" y="2700528"/>
                  </a:lnTo>
                  <a:lnTo>
                    <a:pt x="0" y="2700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sp>
        <p:nvSpPr>
          <p:cNvPr id="31" name="Freeform 31"/>
          <p:cNvSpPr/>
          <p:nvPr/>
        </p:nvSpPr>
        <p:spPr>
          <a:xfrm>
            <a:off x="6557734" y="6621971"/>
            <a:ext cx="5200650" cy="2695194"/>
          </a:xfrm>
          <a:custGeom>
            <a:avLst/>
            <a:gdLst/>
            <a:ahLst/>
            <a:cxnLst/>
            <a:rect l="l" t="t" r="r" b="b"/>
            <a:pathLst>
              <a:path w="5200650" h="2695194">
                <a:moveTo>
                  <a:pt x="0" y="0"/>
                </a:moveTo>
                <a:lnTo>
                  <a:pt x="5200650" y="0"/>
                </a:lnTo>
                <a:lnTo>
                  <a:pt x="5200650" y="2695194"/>
                </a:lnTo>
                <a:lnTo>
                  <a:pt x="0" y="269519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="" xmlns:asvg="http://schemas.microsoft.com/office/drawing/2016/SVG/main" r:embed="rId23"/>
                </a:ext>
              </a:extLst>
            </a:blip>
            <a:stretch>
              <a:fillRect/>
            </a:stretch>
          </a:blipFill>
        </p:spPr>
      </p:sp>
      <p:sp>
        <p:nvSpPr>
          <p:cNvPr id="32" name="Freeform 32"/>
          <p:cNvSpPr/>
          <p:nvPr/>
        </p:nvSpPr>
        <p:spPr>
          <a:xfrm>
            <a:off x="6968528" y="6847713"/>
            <a:ext cx="843534" cy="843534"/>
          </a:xfrm>
          <a:custGeom>
            <a:avLst/>
            <a:gdLst/>
            <a:ahLst/>
            <a:cxnLst/>
            <a:rect l="l" t="t" r="r" b="b"/>
            <a:pathLst>
              <a:path w="843534" h="843534">
                <a:moveTo>
                  <a:pt x="0" y="0"/>
                </a:moveTo>
                <a:lnTo>
                  <a:pt x="843534" y="0"/>
                </a:lnTo>
                <a:lnTo>
                  <a:pt x="843534" y="843534"/>
                </a:lnTo>
                <a:lnTo>
                  <a:pt x="0" y="843534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="" xmlns:asvg="http://schemas.microsoft.com/office/drawing/2016/SVG/main" r:embed="rId25"/>
                </a:ext>
              </a:extLst>
            </a:blip>
            <a:stretch>
              <a:fillRect/>
            </a:stretch>
          </a:blipFill>
        </p:spPr>
      </p:sp>
      <p:grpSp>
        <p:nvGrpSpPr>
          <p:cNvPr id="33" name="Group 33"/>
          <p:cNvGrpSpPr/>
          <p:nvPr/>
        </p:nvGrpSpPr>
        <p:grpSpPr>
          <a:xfrm>
            <a:off x="7157123" y="7036308"/>
            <a:ext cx="466344" cy="466344"/>
            <a:chOff x="0" y="0"/>
            <a:chExt cx="414528" cy="414528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414528" cy="414528"/>
            </a:xfrm>
            <a:custGeom>
              <a:avLst/>
              <a:gdLst/>
              <a:ahLst/>
              <a:cxnLst/>
              <a:rect l="l" t="t" r="r" b="b"/>
              <a:pathLst>
                <a:path w="414528" h="414528">
                  <a:moveTo>
                    <a:pt x="0" y="0"/>
                  </a:moveTo>
                  <a:lnTo>
                    <a:pt x="414528" y="0"/>
                  </a:lnTo>
                  <a:lnTo>
                    <a:pt x="414528" y="414528"/>
                  </a:lnTo>
                  <a:lnTo>
                    <a:pt x="0" y="414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6"/>
              <a:stretch>
                <a:fillRect/>
              </a:stretch>
            </a:blipFill>
          </p:spPr>
        </p:sp>
      </p:grpSp>
      <p:grpSp>
        <p:nvGrpSpPr>
          <p:cNvPr id="35" name="Group 35"/>
          <p:cNvGrpSpPr/>
          <p:nvPr/>
        </p:nvGrpSpPr>
        <p:grpSpPr>
          <a:xfrm>
            <a:off x="11979212" y="6321933"/>
            <a:ext cx="5543550" cy="3038094"/>
            <a:chOff x="0" y="0"/>
            <a:chExt cx="4927600" cy="2700528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4927600" cy="2700528"/>
            </a:xfrm>
            <a:custGeom>
              <a:avLst/>
              <a:gdLst/>
              <a:ahLst/>
              <a:cxnLst/>
              <a:rect l="l" t="t" r="r" b="b"/>
              <a:pathLst>
                <a:path w="4927600" h="2700528">
                  <a:moveTo>
                    <a:pt x="0" y="0"/>
                  </a:moveTo>
                  <a:lnTo>
                    <a:pt x="4927600" y="0"/>
                  </a:lnTo>
                  <a:lnTo>
                    <a:pt x="4927600" y="2700528"/>
                  </a:lnTo>
                  <a:lnTo>
                    <a:pt x="0" y="2700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/>
              </a:stretch>
            </a:blipFill>
          </p:spPr>
        </p:sp>
      </p:grpSp>
      <p:sp>
        <p:nvSpPr>
          <p:cNvPr id="37" name="Freeform 37"/>
          <p:cNvSpPr/>
          <p:nvPr/>
        </p:nvSpPr>
        <p:spPr>
          <a:xfrm>
            <a:off x="12150662" y="6621971"/>
            <a:ext cx="5200650" cy="2695194"/>
          </a:xfrm>
          <a:custGeom>
            <a:avLst/>
            <a:gdLst/>
            <a:ahLst/>
            <a:cxnLst/>
            <a:rect l="l" t="t" r="r" b="b"/>
            <a:pathLst>
              <a:path w="5200650" h="2695194">
                <a:moveTo>
                  <a:pt x="0" y="0"/>
                </a:moveTo>
                <a:lnTo>
                  <a:pt x="5200650" y="0"/>
                </a:lnTo>
                <a:lnTo>
                  <a:pt x="5200650" y="2695194"/>
                </a:lnTo>
                <a:lnTo>
                  <a:pt x="0" y="269519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="" xmlns:asvg="http://schemas.microsoft.com/office/drawing/2016/SVG/main" r:embed="rId27"/>
                </a:ext>
              </a:extLst>
            </a:blip>
            <a:stretch>
              <a:fillRect/>
            </a:stretch>
          </a:blipFill>
        </p:spPr>
      </p:sp>
      <p:sp>
        <p:nvSpPr>
          <p:cNvPr id="38" name="Freeform 38"/>
          <p:cNvSpPr/>
          <p:nvPr/>
        </p:nvSpPr>
        <p:spPr>
          <a:xfrm>
            <a:off x="12561456" y="6847713"/>
            <a:ext cx="843534" cy="843534"/>
          </a:xfrm>
          <a:custGeom>
            <a:avLst/>
            <a:gdLst/>
            <a:ahLst/>
            <a:cxnLst/>
            <a:rect l="l" t="t" r="r" b="b"/>
            <a:pathLst>
              <a:path w="843534" h="843534">
                <a:moveTo>
                  <a:pt x="0" y="0"/>
                </a:moveTo>
                <a:lnTo>
                  <a:pt x="843534" y="0"/>
                </a:lnTo>
                <a:lnTo>
                  <a:pt x="843534" y="843534"/>
                </a:lnTo>
                <a:lnTo>
                  <a:pt x="0" y="843534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="" xmlns:asvg="http://schemas.microsoft.com/office/drawing/2016/SVG/main" r:embed="rId28"/>
                </a:ext>
              </a:extLst>
            </a:blip>
            <a:stretch>
              <a:fillRect/>
            </a:stretch>
          </a:blipFill>
        </p:spPr>
      </p:sp>
      <p:grpSp>
        <p:nvGrpSpPr>
          <p:cNvPr id="39" name="Group 39"/>
          <p:cNvGrpSpPr/>
          <p:nvPr/>
        </p:nvGrpSpPr>
        <p:grpSpPr>
          <a:xfrm>
            <a:off x="12750051" y="7036308"/>
            <a:ext cx="466344" cy="466344"/>
            <a:chOff x="0" y="0"/>
            <a:chExt cx="414528" cy="414528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414528" cy="414528"/>
            </a:xfrm>
            <a:custGeom>
              <a:avLst/>
              <a:gdLst/>
              <a:ahLst/>
              <a:cxnLst/>
              <a:rect l="l" t="t" r="r" b="b"/>
              <a:pathLst>
                <a:path w="414528" h="414528">
                  <a:moveTo>
                    <a:pt x="0" y="0"/>
                  </a:moveTo>
                  <a:lnTo>
                    <a:pt x="414528" y="0"/>
                  </a:lnTo>
                  <a:lnTo>
                    <a:pt x="414528" y="414528"/>
                  </a:lnTo>
                  <a:lnTo>
                    <a:pt x="0" y="414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9"/>
              <a:stretch>
                <a:fillRect/>
              </a:stretch>
            </a:blipFill>
          </p:spPr>
        </p:sp>
      </p:grpSp>
      <p:sp>
        <p:nvSpPr>
          <p:cNvPr id="41" name="TextBox 41"/>
          <p:cNvSpPr txBox="1"/>
          <p:nvPr/>
        </p:nvSpPr>
        <p:spPr>
          <a:xfrm>
            <a:off x="974408" y="989314"/>
            <a:ext cx="1547961" cy="3221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56"/>
              </a:lnSpc>
            </a:pPr>
            <a:r>
              <a:rPr lang="en-US" sz="1754">
                <a:solidFill>
                  <a:srgbClr val="A855F7"/>
                </a:solidFill>
                <a:latin typeface="Calibri (MS)"/>
                <a:ea typeface="Calibri (MS)"/>
                <a:cs typeface="Calibri (MS)"/>
                <a:sym typeface="Calibri (MS)"/>
              </a:rPr>
              <a:t>ВОЗМОЖНОСТИ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409434" y="4806100"/>
            <a:ext cx="3868112" cy="577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777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Онбординг, регламенты, обучение новичков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385888" y="8534633"/>
            <a:ext cx="4131273" cy="564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777" dirty="0" err="1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Черновая</a:t>
            </a:r>
            <a:r>
              <a:rPr lang="en-US" sz="1777" dirty="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1777" dirty="0" err="1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версия</a:t>
            </a:r>
            <a:r>
              <a:rPr lang="en-US" sz="1777" dirty="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идеи</a:t>
            </a:r>
            <a:r>
              <a:rPr lang="en-US" sz="1777" dirty="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1777" dirty="0" err="1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для</a:t>
            </a:r>
            <a:r>
              <a:rPr lang="en-US" sz="1777" dirty="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1777" dirty="0" err="1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обратной</a:t>
            </a:r>
            <a:r>
              <a:rPr lang="en-US" sz="1777" dirty="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1777" dirty="0" err="1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связи</a:t>
            </a:r>
            <a:endParaRPr lang="en-US" sz="1777" dirty="0">
              <a:solidFill>
                <a:srgbClr val="FFFFFF"/>
              </a:solidFill>
              <a:latin typeface="Calibri (MS)"/>
              <a:ea typeface="Calibri (MS)"/>
              <a:cs typeface="Calibri (MS)"/>
              <a:sym typeface="Calibri (MS)"/>
            </a:endParaRPr>
          </a:p>
        </p:txBody>
      </p:sp>
      <p:sp>
        <p:nvSpPr>
          <p:cNvPr id="44" name="TextBox 44"/>
          <p:cNvSpPr txBox="1"/>
          <p:nvPr/>
        </p:nvSpPr>
        <p:spPr>
          <a:xfrm>
            <a:off x="6978815" y="8515583"/>
            <a:ext cx="3632374" cy="3221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56"/>
              </a:lnSpc>
            </a:pPr>
            <a:r>
              <a:rPr lang="en-US" sz="1754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Бот, отвечающий на типовые вопросы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7105346" y="4842023"/>
            <a:ext cx="4380833" cy="3196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68"/>
              </a:lnSpc>
            </a:pPr>
            <a:r>
              <a:rPr lang="en-US" sz="18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Лендинг проекта или продукта за пару часов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2571743" y="8534633"/>
            <a:ext cx="5000397" cy="2821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777" dirty="0" err="1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Визуализация</a:t>
            </a:r>
            <a:r>
              <a:rPr lang="en-US" sz="1777" dirty="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1777" dirty="0" err="1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данных</a:t>
            </a:r>
            <a:r>
              <a:rPr lang="en-US" sz="1777" dirty="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1777" dirty="0" err="1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команды</a:t>
            </a:r>
            <a:r>
              <a:rPr lang="en-US" sz="1777" dirty="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и </a:t>
            </a:r>
            <a:r>
              <a:rPr lang="en-US" sz="1777" dirty="0" err="1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продаж</a:t>
            </a:r>
            <a:endParaRPr lang="en-US" sz="1777" dirty="0">
              <a:solidFill>
                <a:srgbClr val="FFFFFF"/>
              </a:solidFill>
              <a:latin typeface="Calibri (MS)"/>
              <a:ea typeface="Calibri (MS)"/>
              <a:cs typeface="Calibri (MS)"/>
              <a:sym typeface="Calibri (MS)"/>
            </a:endParaRPr>
          </a:p>
        </p:txBody>
      </p:sp>
      <p:sp>
        <p:nvSpPr>
          <p:cNvPr id="47" name="TextBox 47"/>
          <p:cNvSpPr txBox="1"/>
          <p:nvPr/>
        </p:nvSpPr>
        <p:spPr>
          <a:xfrm>
            <a:off x="12771996" y="4842023"/>
            <a:ext cx="4186995" cy="3196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68"/>
              </a:lnSpc>
            </a:pPr>
            <a:r>
              <a:rPr lang="en-US" sz="18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Анкета, опрос, заявка — без участия ИТ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974407" y="1485900"/>
            <a:ext cx="6822951" cy="9124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70"/>
              </a:lnSpc>
            </a:pPr>
            <a:r>
              <a:rPr lang="en-US" sz="4764" b="1" dirty="0" err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Что</a:t>
            </a:r>
            <a:r>
              <a:rPr lang="en-US" sz="4764" b="1" dirty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sz="4764" b="1" dirty="0" err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можно</a:t>
            </a:r>
            <a:r>
              <a:rPr lang="en-US" sz="4764" b="1" dirty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sz="4764" b="1" dirty="0" err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создать</a:t>
            </a:r>
            <a:r>
              <a:rPr lang="en-US" sz="4764" b="1" dirty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с </a:t>
            </a:r>
            <a:r>
              <a:rPr lang="en-US" sz="4764" b="1" dirty="0" err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нуля</a:t>
            </a:r>
            <a:endParaRPr lang="en-US" sz="4764" b="1" dirty="0">
              <a:solidFill>
                <a:srgbClr val="FFFFFF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</p:txBody>
      </p:sp>
      <p:sp>
        <p:nvSpPr>
          <p:cNvPr id="49" name="TextBox 49"/>
          <p:cNvSpPr txBox="1"/>
          <p:nvPr/>
        </p:nvSpPr>
        <p:spPr>
          <a:xfrm>
            <a:off x="1385888" y="7873451"/>
            <a:ext cx="1991320" cy="3820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29"/>
              </a:lnSpc>
            </a:pPr>
            <a:r>
              <a:rPr lang="en-US" sz="2021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Прототип сервиса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409434" y="4144918"/>
            <a:ext cx="3272284" cy="3820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29"/>
              </a:lnSpc>
            </a:pPr>
            <a:r>
              <a:rPr lang="en-US" sz="2021" b="1" dirty="0" err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Инструкция</a:t>
            </a:r>
            <a:r>
              <a:rPr lang="en-US" sz="2021" b="1" dirty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sz="2021" b="1" dirty="0" err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для</a:t>
            </a:r>
            <a:r>
              <a:rPr lang="en-US" sz="2021" b="1" dirty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sz="2021" b="1" dirty="0" err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сотрудников</a:t>
            </a:r>
            <a:endParaRPr lang="en-US" sz="2021" b="1" dirty="0">
              <a:solidFill>
                <a:srgbClr val="FFFFFF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</p:txBody>
      </p:sp>
      <p:sp>
        <p:nvSpPr>
          <p:cNvPr id="51" name="TextBox 51"/>
          <p:cNvSpPr txBox="1"/>
          <p:nvPr/>
        </p:nvSpPr>
        <p:spPr>
          <a:xfrm>
            <a:off x="7105346" y="4180841"/>
            <a:ext cx="3098746" cy="3590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29"/>
              </a:lnSpc>
            </a:pPr>
            <a:r>
              <a:rPr lang="en-US" sz="2021" b="1" dirty="0" err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Простой</a:t>
            </a:r>
            <a:r>
              <a:rPr lang="en-US" sz="2021" b="1" dirty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sz="2021" b="1" dirty="0" err="1" smtClean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са</a:t>
            </a:r>
            <a:r>
              <a:rPr lang="ru-RU" sz="2021" b="1" dirty="0" smtClean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йт</a:t>
            </a:r>
            <a:endParaRPr lang="en-US" sz="2021" b="1" dirty="0">
              <a:solidFill>
                <a:srgbClr val="FFFFFF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</p:txBody>
      </p:sp>
      <p:sp>
        <p:nvSpPr>
          <p:cNvPr id="52" name="TextBox 52"/>
          <p:cNvSpPr txBox="1"/>
          <p:nvPr/>
        </p:nvSpPr>
        <p:spPr>
          <a:xfrm>
            <a:off x="6978814" y="7873451"/>
            <a:ext cx="3678019" cy="3590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29"/>
              </a:lnSpc>
            </a:pPr>
            <a:r>
              <a:rPr lang="en-US" sz="2021" b="1" dirty="0" err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Внутренний</a:t>
            </a:r>
            <a:r>
              <a:rPr lang="en-US" sz="2021" b="1" dirty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sz="2021" b="1" dirty="0" err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помощник</a:t>
            </a:r>
            <a:endParaRPr lang="en-US" sz="2021" b="1" dirty="0">
              <a:solidFill>
                <a:srgbClr val="FFFFFF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</p:txBody>
      </p:sp>
      <p:sp>
        <p:nvSpPr>
          <p:cNvPr id="53" name="TextBox 53"/>
          <p:cNvSpPr txBox="1"/>
          <p:nvPr/>
        </p:nvSpPr>
        <p:spPr>
          <a:xfrm>
            <a:off x="12571743" y="7873451"/>
            <a:ext cx="2185764" cy="3820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29"/>
              </a:lnSpc>
            </a:pPr>
            <a:r>
              <a:rPr lang="en-US" sz="2021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Дашборд или отчёт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12771996" y="4180840"/>
            <a:ext cx="3035011" cy="3590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29"/>
              </a:lnSpc>
            </a:pPr>
            <a:r>
              <a:rPr lang="en-US" sz="2021" b="1" dirty="0" err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Форма</a:t>
            </a:r>
            <a:r>
              <a:rPr lang="en-US" sz="2021" b="1" dirty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sz="2021" b="1" dirty="0" err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сбора</a:t>
            </a:r>
            <a:r>
              <a:rPr lang="en-US" sz="2021" b="1" dirty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sz="2021" b="1" dirty="0" err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заявок</a:t>
            </a:r>
            <a:endParaRPr lang="en-US" sz="2021" b="1" dirty="0">
              <a:solidFill>
                <a:srgbClr val="FFFFFF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</p:txBody>
      </p:sp>
      <p:grpSp>
        <p:nvGrpSpPr>
          <p:cNvPr id="55" name="Group 55"/>
          <p:cNvGrpSpPr/>
          <p:nvPr/>
        </p:nvGrpSpPr>
        <p:grpSpPr>
          <a:xfrm>
            <a:off x="988352" y="9436608"/>
            <a:ext cx="411480" cy="411480"/>
            <a:chOff x="0" y="0"/>
            <a:chExt cx="365760" cy="365760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365760" cy="365760"/>
            </a:xfrm>
            <a:custGeom>
              <a:avLst/>
              <a:gdLst/>
              <a:ahLst/>
              <a:cxnLst/>
              <a:rect l="l" t="t" r="r" b="b"/>
              <a:pathLst>
                <a:path w="365760" h="365760">
                  <a:moveTo>
                    <a:pt x="0" y="0"/>
                  </a:moveTo>
                  <a:lnTo>
                    <a:pt x="365760" y="0"/>
                  </a:lnTo>
                  <a:lnTo>
                    <a:pt x="365760" y="365760"/>
                  </a:lnTo>
                  <a:lnTo>
                    <a:pt x="0" y="3657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0"/>
              <a:stretch>
                <a:fillRect/>
              </a:stretch>
            </a:blipFill>
          </p:spPr>
        </p:sp>
      </p:grpSp>
      <p:sp>
        <p:nvSpPr>
          <p:cNvPr id="57" name="TextBox 57"/>
          <p:cNvSpPr txBox="1"/>
          <p:nvPr/>
        </p:nvSpPr>
        <p:spPr>
          <a:xfrm>
            <a:off x="1454696" y="9550079"/>
            <a:ext cx="586457" cy="3015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81"/>
              </a:lnSpc>
            </a:pPr>
            <a:r>
              <a:rPr lang="en-US" sz="162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Vibe42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7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902" y="0"/>
            <a:ext cx="18269712" cy="10287000"/>
            <a:chOff x="0" y="0"/>
            <a:chExt cx="101494171" cy="57150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1494177" cy="57150000"/>
            </a:xfrm>
            <a:custGeom>
              <a:avLst/>
              <a:gdLst/>
              <a:ahLst/>
              <a:cxnLst/>
              <a:rect l="l" t="t" r="r" b="b"/>
              <a:pathLst>
                <a:path w="101494177" h="57150000">
                  <a:moveTo>
                    <a:pt x="101494177" y="0"/>
                  </a:moveTo>
                  <a:lnTo>
                    <a:pt x="101494177" y="57150000"/>
                  </a:lnTo>
                  <a:lnTo>
                    <a:pt x="0" y="57150000"/>
                  </a:lnTo>
                  <a:lnTo>
                    <a:pt x="0" y="0"/>
                  </a:lnTo>
                  <a:lnTo>
                    <a:pt x="101494177" y="0"/>
                  </a:lnTo>
                  <a:close/>
                </a:path>
              </a:pathLst>
            </a:custGeom>
            <a:solidFill>
              <a:srgbClr val="2D1B4E"/>
            </a:solidFill>
          </p:spPr>
        </p:sp>
      </p:grpSp>
      <p:sp>
        <p:nvSpPr>
          <p:cNvPr id="4" name="Freeform 4"/>
          <p:cNvSpPr/>
          <p:nvPr/>
        </p:nvSpPr>
        <p:spPr>
          <a:xfrm>
            <a:off x="11992470" y="-3017520"/>
            <a:ext cx="8229600" cy="8229600"/>
          </a:xfrm>
          <a:custGeom>
            <a:avLst/>
            <a:gdLst/>
            <a:ahLst/>
            <a:cxnLst/>
            <a:rect l="l" t="t" r="r" b="b"/>
            <a:pathLst>
              <a:path w="8229600" h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792613" y="3510153"/>
            <a:ext cx="4146804" cy="4341114"/>
            <a:chOff x="0" y="0"/>
            <a:chExt cx="3686048" cy="385876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686048" cy="3858768"/>
            </a:xfrm>
            <a:custGeom>
              <a:avLst/>
              <a:gdLst/>
              <a:ahLst/>
              <a:cxnLst/>
              <a:rect l="l" t="t" r="r" b="b"/>
              <a:pathLst>
                <a:path w="3686048" h="3858768">
                  <a:moveTo>
                    <a:pt x="0" y="0"/>
                  </a:moveTo>
                  <a:lnTo>
                    <a:pt x="3686048" y="0"/>
                  </a:lnTo>
                  <a:lnTo>
                    <a:pt x="3686048" y="3858768"/>
                  </a:lnTo>
                  <a:lnTo>
                    <a:pt x="0" y="38587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sp>
        <p:nvSpPr>
          <p:cNvPr id="7" name="Freeform 7"/>
          <p:cNvSpPr/>
          <p:nvPr/>
        </p:nvSpPr>
        <p:spPr>
          <a:xfrm>
            <a:off x="964063" y="3624453"/>
            <a:ext cx="3803904" cy="3998214"/>
          </a:xfrm>
          <a:custGeom>
            <a:avLst/>
            <a:gdLst/>
            <a:ahLst/>
            <a:cxnLst/>
            <a:rect l="l" t="t" r="r" b="b"/>
            <a:pathLst>
              <a:path w="3803904" h="3998214">
                <a:moveTo>
                  <a:pt x="0" y="0"/>
                </a:moveTo>
                <a:lnTo>
                  <a:pt x="3803904" y="0"/>
                </a:lnTo>
                <a:lnTo>
                  <a:pt x="3803904" y="3998214"/>
                </a:lnTo>
                <a:lnTo>
                  <a:pt x="0" y="399821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2304802" y="4170807"/>
            <a:ext cx="1122426" cy="1122426"/>
          </a:xfrm>
          <a:custGeom>
            <a:avLst/>
            <a:gdLst/>
            <a:ahLst/>
            <a:cxnLst/>
            <a:rect l="l" t="t" r="r" b="b"/>
            <a:pathLst>
              <a:path w="1122426" h="1122426">
                <a:moveTo>
                  <a:pt x="0" y="0"/>
                </a:moveTo>
                <a:lnTo>
                  <a:pt x="1122426" y="0"/>
                </a:lnTo>
                <a:lnTo>
                  <a:pt x="1122426" y="1122426"/>
                </a:lnTo>
                <a:lnTo>
                  <a:pt x="0" y="112242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=""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2536831" y="4402836"/>
            <a:ext cx="658368" cy="658368"/>
            <a:chOff x="0" y="0"/>
            <a:chExt cx="585216" cy="58521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85216" cy="585216"/>
            </a:xfrm>
            <a:custGeom>
              <a:avLst/>
              <a:gdLst/>
              <a:ahLst/>
              <a:cxnLst/>
              <a:rect l="l" t="t" r="r" b="b"/>
              <a:pathLst>
                <a:path w="585216" h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4987309" y="3510153"/>
            <a:ext cx="4146804" cy="4341114"/>
            <a:chOff x="0" y="0"/>
            <a:chExt cx="3686048" cy="385876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686048" cy="3858768"/>
            </a:xfrm>
            <a:custGeom>
              <a:avLst/>
              <a:gdLst/>
              <a:ahLst/>
              <a:cxnLst/>
              <a:rect l="l" t="t" r="r" b="b"/>
              <a:pathLst>
                <a:path w="3686048" h="3858768">
                  <a:moveTo>
                    <a:pt x="0" y="0"/>
                  </a:moveTo>
                  <a:lnTo>
                    <a:pt x="3686048" y="0"/>
                  </a:lnTo>
                  <a:lnTo>
                    <a:pt x="3686048" y="3858768"/>
                  </a:lnTo>
                  <a:lnTo>
                    <a:pt x="0" y="38587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sp>
        <p:nvSpPr>
          <p:cNvPr id="13" name="Freeform 13"/>
          <p:cNvSpPr/>
          <p:nvPr/>
        </p:nvSpPr>
        <p:spPr>
          <a:xfrm>
            <a:off x="5158759" y="3624453"/>
            <a:ext cx="3803904" cy="3998214"/>
          </a:xfrm>
          <a:custGeom>
            <a:avLst/>
            <a:gdLst/>
            <a:ahLst/>
            <a:cxnLst/>
            <a:rect l="l" t="t" r="r" b="b"/>
            <a:pathLst>
              <a:path w="3803904" h="3998214">
                <a:moveTo>
                  <a:pt x="0" y="0"/>
                </a:moveTo>
                <a:lnTo>
                  <a:pt x="3803904" y="0"/>
                </a:lnTo>
                <a:lnTo>
                  <a:pt x="3803904" y="3998214"/>
                </a:lnTo>
                <a:lnTo>
                  <a:pt x="0" y="399821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=""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6499498" y="4170807"/>
            <a:ext cx="1122426" cy="1122426"/>
          </a:xfrm>
          <a:custGeom>
            <a:avLst/>
            <a:gdLst/>
            <a:ahLst/>
            <a:cxnLst/>
            <a:rect l="l" t="t" r="r" b="b"/>
            <a:pathLst>
              <a:path w="1122426" h="1122426">
                <a:moveTo>
                  <a:pt x="0" y="0"/>
                </a:moveTo>
                <a:lnTo>
                  <a:pt x="1122426" y="0"/>
                </a:lnTo>
                <a:lnTo>
                  <a:pt x="1122426" y="1122426"/>
                </a:lnTo>
                <a:lnTo>
                  <a:pt x="0" y="112242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=""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grpSp>
        <p:nvGrpSpPr>
          <p:cNvPr id="15" name="Group 15"/>
          <p:cNvGrpSpPr/>
          <p:nvPr/>
        </p:nvGrpSpPr>
        <p:grpSpPr>
          <a:xfrm>
            <a:off x="6731527" y="4402836"/>
            <a:ext cx="658368" cy="658368"/>
            <a:chOff x="0" y="0"/>
            <a:chExt cx="585216" cy="585216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585216" cy="585216"/>
            </a:xfrm>
            <a:custGeom>
              <a:avLst/>
              <a:gdLst/>
              <a:ahLst/>
              <a:cxnLst/>
              <a:rect l="l" t="t" r="r" b="b"/>
              <a:pathLst>
                <a:path w="585216" h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/>
              </a:stretch>
            </a:blipFill>
          </p:spPr>
        </p:sp>
      </p:grpSp>
      <p:grpSp>
        <p:nvGrpSpPr>
          <p:cNvPr id="17" name="Group 17"/>
          <p:cNvGrpSpPr/>
          <p:nvPr/>
        </p:nvGrpSpPr>
        <p:grpSpPr>
          <a:xfrm>
            <a:off x="9182005" y="3510153"/>
            <a:ext cx="4146804" cy="4341114"/>
            <a:chOff x="0" y="0"/>
            <a:chExt cx="3686048" cy="3858768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3686048" cy="3858768"/>
            </a:xfrm>
            <a:custGeom>
              <a:avLst/>
              <a:gdLst/>
              <a:ahLst/>
              <a:cxnLst/>
              <a:rect l="l" t="t" r="r" b="b"/>
              <a:pathLst>
                <a:path w="3686048" h="3858768">
                  <a:moveTo>
                    <a:pt x="0" y="0"/>
                  </a:moveTo>
                  <a:lnTo>
                    <a:pt x="3686048" y="0"/>
                  </a:lnTo>
                  <a:lnTo>
                    <a:pt x="3686048" y="3858768"/>
                  </a:lnTo>
                  <a:lnTo>
                    <a:pt x="0" y="38587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sp>
        <p:nvSpPr>
          <p:cNvPr id="19" name="Freeform 19"/>
          <p:cNvSpPr/>
          <p:nvPr/>
        </p:nvSpPr>
        <p:spPr>
          <a:xfrm>
            <a:off x="9353455" y="3624453"/>
            <a:ext cx="3803904" cy="3998214"/>
          </a:xfrm>
          <a:custGeom>
            <a:avLst/>
            <a:gdLst/>
            <a:ahLst/>
            <a:cxnLst/>
            <a:rect l="l" t="t" r="r" b="b"/>
            <a:pathLst>
              <a:path w="3803904" h="3998214">
                <a:moveTo>
                  <a:pt x="0" y="0"/>
                </a:moveTo>
                <a:lnTo>
                  <a:pt x="3803904" y="0"/>
                </a:lnTo>
                <a:lnTo>
                  <a:pt x="3803904" y="3998214"/>
                </a:lnTo>
                <a:lnTo>
                  <a:pt x="0" y="399821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=""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10694194" y="4170807"/>
            <a:ext cx="1122426" cy="1122426"/>
          </a:xfrm>
          <a:custGeom>
            <a:avLst/>
            <a:gdLst/>
            <a:ahLst/>
            <a:cxnLst/>
            <a:rect l="l" t="t" r="r" b="b"/>
            <a:pathLst>
              <a:path w="1122426" h="1122426">
                <a:moveTo>
                  <a:pt x="0" y="0"/>
                </a:moveTo>
                <a:lnTo>
                  <a:pt x="1122426" y="0"/>
                </a:lnTo>
                <a:lnTo>
                  <a:pt x="1122426" y="1122426"/>
                </a:lnTo>
                <a:lnTo>
                  <a:pt x="0" y="112242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=""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</p:sp>
      <p:grpSp>
        <p:nvGrpSpPr>
          <p:cNvPr id="21" name="Group 21"/>
          <p:cNvGrpSpPr/>
          <p:nvPr/>
        </p:nvGrpSpPr>
        <p:grpSpPr>
          <a:xfrm>
            <a:off x="10926223" y="4402836"/>
            <a:ext cx="658368" cy="658368"/>
            <a:chOff x="0" y="0"/>
            <a:chExt cx="585216" cy="585216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585216" cy="585216"/>
            </a:xfrm>
            <a:custGeom>
              <a:avLst/>
              <a:gdLst/>
              <a:ahLst/>
              <a:cxnLst/>
              <a:rect l="l" t="t" r="r" b="b"/>
              <a:pathLst>
                <a:path w="585216" h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/>
              </a:stretch>
            </a:blipFill>
          </p:spPr>
        </p:sp>
      </p:grpSp>
      <p:grpSp>
        <p:nvGrpSpPr>
          <p:cNvPr id="23" name="Group 23"/>
          <p:cNvGrpSpPr/>
          <p:nvPr/>
        </p:nvGrpSpPr>
        <p:grpSpPr>
          <a:xfrm>
            <a:off x="13376700" y="3510153"/>
            <a:ext cx="4146804" cy="4341114"/>
            <a:chOff x="0" y="0"/>
            <a:chExt cx="3686048" cy="3858768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3686048" cy="3858768"/>
            </a:xfrm>
            <a:custGeom>
              <a:avLst/>
              <a:gdLst/>
              <a:ahLst/>
              <a:cxnLst/>
              <a:rect l="l" t="t" r="r" b="b"/>
              <a:pathLst>
                <a:path w="3686048" h="3858768">
                  <a:moveTo>
                    <a:pt x="0" y="0"/>
                  </a:moveTo>
                  <a:lnTo>
                    <a:pt x="3686048" y="0"/>
                  </a:lnTo>
                  <a:lnTo>
                    <a:pt x="3686048" y="3858768"/>
                  </a:lnTo>
                  <a:lnTo>
                    <a:pt x="0" y="38587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/>
              </a:stretch>
            </a:blipFill>
          </p:spPr>
        </p:sp>
      </p:grpSp>
      <p:sp>
        <p:nvSpPr>
          <p:cNvPr id="25" name="Freeform 25"/>
          <p:cNvSpPr/>
          <p:nvPr/>
        </p:nvSpPr>
        <p:spPr>
          <a:xfrm>
            <a:off x="13434975" y="3624453"/>
            <a:ext cx="3803904" cy="3998214"/>
          </a:xfrm>
          <a:custGeom>
            <a:avLst/>
            <a:gdLst/>
            <a:ahLst/>
            <a:cxnLst/>
            <a:rect l="l" t="t" r="r" b="b"/>
            <a:pathLst>
              <a:path w="3803904" h="3998214">
                <a:moveTo>
                  <a:pt x="0" y="0"/>
                </a:moveTo>
                <a:lnTo>
                  <a:pt x="3803904" y="0"/>
                </a:lnTo>
                <a:lnTo>
                  <a:pt x="3803904" y="3998214"/>
                </a:lnTo>
                <a:lnTo>
                  <a:pt x="0" y="399821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=""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>
            <a:off x="14888889" y="4170807"/>
            <a:ext cx="1122426" cy="1122426"/>
          </a:xfrm>
          <a:custGeom>
            <a:avLst/>
            <a:gdLst/>
            <a:ahLst/>
            <a:cxnLst/>
            <a:rect l="l" t="t" r="r" b="b"/>
            <a:pathLst>
              <a:path w="1122426" h="1122426">
                <a:moveTo>
                  <a:pt x="0" y="0"/>
                </a:moveTo>
                <a:lnTo>
                  <a:pt x="1122426" y="0"/>
                </a:lnTo>
                <a:lnTo>
                  <a:pt x="1122426" y="1122426"/>
                </a:lnTo>
                <a:lnTo>
                  <a:pt x="0" y="112242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="" xmlns:asvg="http://schemas.microsoft.com/office/drawing/2016/SVG/main" r:embed="rId20"/>
                </a:ext>
              </a:extLst>
            </a:blip>
            <a:stretch>
              <a:fillRect/>
            </a:stretch>
          </a:blipFill>
        </p:spPr>
      </p:sp>
      <p:grpSp>
        <p:nvGrpSpPr>
          <p:cNvPr id="27" name="Group 27"/>
          <p:cNvGrpSpPr/>
          <p:nvPr/>
        </p:nvGrpSpPr>
        <p:grpSpPr>
          <a:xfrm>
            <a:off x="15120918" y="4402836"/>
            <a:ext cx="658368" cy="658368"/>
            <a:chOff x="0" y="0"/>
            <a:chExt cx="585216" cy="585216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585216" cy="585216"/>
            </a:xfrm>
            <a:custGeom>
              <a:avLst/>
              <a:gdLst/>
              <a:ahLst/>
              <a:cxnLst/>
              <a:rect l="l" t="t" r="r" b="b"/>
              <a:pathLst>
                <a:path w="585216" h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/>
              </a:stretch>
            </a:blipFill>
          </p:spPr>
        </p:sp>
      </p:grpSp>
      <p:sp>
        <p:nvSpPr>
          <p:cNvPr id="29" name="TextBox 29"/>
          <p:cNvSpPr txBox="1"/>
          <p:nvPr/>
        </p:nvSpPr>
        <p:spPr>
          <a:xfrm>
            <a:off x="974408" y="989314"/>
            <a:ext cx="1035844" cy="3221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56"/>
              </a:lnSpc>
            </a:pPr>
            <a:r>
              <a:rPr lang="en-US" sz="1754" b="1">
                <a:solidFill>
                  <a:srgbClr val="A855F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ПРАКТИКА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74407" y="1695607"/>
            <a:ext cx="10831488" cy="9124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70"/>
              </a:lnSpc>
            </a:pPr>
            <a:r>
              <a:rPr lang="en-US" sz="4764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Сейчас каждый создаёт свой инструмент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2807751" y="5517575"/>
            <a:ext cx="104924" cy="3015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81"/>
              </a:lnSpc>
            </a:pPr>
            <a:r>
              <a:rPr lang="en-US" sz="1629">
                <a:solidFill>
                  <a:srgbClr val="A855F7"/>
                </a:solidFill>
                <a:latin typeface="Calibri (MS)"/>
                <a:ea typeface="Calibri (MS)"/>
                <a:cs typeface="Calibri (MS)"/>
                <a:sym typeface="Calibri (MS)"/>
              </a:rPr>
              <a:t>1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278631" y="6670091"/>
            <a:ext cx="3403571" cy="2763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281"/>
              </a:lnSpc>
            </a:pPr>
            <a:r>
              <a:rPr lang="en-US" sz="1629" dirty="0" err="1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Одну</a:t>
            </a:r>
            <a:r>
              <a:rPr lang="en-US" sz="1629" dirty="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1629" dirty="0" err="1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реальную</a:t>
            </a:r>
            <a:r>
              <a:rPr lang="en-US" sz="1629" dirty="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1629" dirty="0" err="1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рутину</a:t>
            </a:r>
            <a:r>
              <a:rPr lang="en-US" sz="1629" dirty="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1629" dirty="0" err="1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из</a:t>
            </a:r>
            <a:r>
              <a:rPr lang="en-US" sz="1629" dirty="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1629" dirty="0" err="1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своей</a:t>
            </a:r>
            <a:r>
              <a:rPr lang="en-US" sz="1629" dirty="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2506413" y="6930123"/>
            <a:ext cx="649412" cy="3015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81"/>
              </a:lnSpc>
            </a:pPr>
            <a:r>
              <a:rPr lang="en-US" sz="162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недели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002447" y="5517575"/>
            <a:ext cx="104924" cy="3015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81"/>
              </a:lnSpc>
            </a:pPr>
            <a:r>
              <a:rPr lang="en-US" sz="1629">
                <a:solidFill>
                  <a:srgbClr val="A855F7"/>
                </a:solidFill>
                <a:latin typeface="Calibri (MS)"/>
                <a:ea typeface="Calibri (MS)"/>
                <a:cs typeface="Calibri (MS)"/>
                <a:sym typeface="Calibri (MS)"/>
              </a:rPr>
              <a:t>2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5523105" y="6670091"/>
            <a:ext cx="2744316" cy="276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81"/>
              </a:lnSpc>
            </a:pPr>
            <a:r>
              <a:rPr lang="en-US" sz="1629" dirty="0" err="1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Опишите</a:t>
            </a:r>
            <a:r>
              <a:rPr lang="en-US" sz="1629" dirty="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1629" dirty="0" err="1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её</a:t>
            </a:r>
            <a:r>
              <a:rPr lang="en-US" sz="1629" dirty="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Claude и </a:t>
            </a:r>
            <a:r>
              <a:rPr lang="en-US" sz="1629" dirty="0" err="1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соберите</a:t>
            </a:r>
            <a:r>
              <a:rPr lang="en-US" sz="1629" dirty="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6296544" y="6930123"/>
            <a:ext cx="1367582" cy="3015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81"/>
              </a:lnSpc>
            </a:pPr>
            <a:r>
              <a:rPr lang="en-US" sz="162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первую версию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1197142" y="5517575"/>
            <a:ext cx="104924" cy="3015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81"/>
              </a:lnSpc>
            </a:pPr>
            <a:r>
              <a:rPr lang="en-US" sz="1629">
                <a:solidFill>
                  <a:srgbClr val="A855F7"/>
                </a:solidFill>
                <a:latin typeface="Calibri (MS)"/>
                <a:ea typeface="Calibri (MS)"/>
                <a:cs typeface="Calibri (MS)"/>
                <a:sym typeface="Calibri (MS)"/>
              </a:rPr>
              <a:t>3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9736102" y="6670091"/>
            <a:ext cx="3091572" cy="5899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281"/>
              </a:lnSpc>
            </a:pPr>
            <a:r>
              <a:rPr lang="en-US" sz="1629" dirty="0" err="1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Откройте</a:t>
            </a:r>
            <a:r>
              <a:rPr lang="en-US" sz="1629" dirty="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, </a:t>
            </a:r>
            <a:r>
              <a:rPr lang="en-US" sz="1629" dirty="0" err="1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прочитайте</a:t>
            </a:r>
            <a:r>
              <a:rPr lang="en-US" sz="1629" dirty="0" smtClean="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,</a:t>
            </a:r>
            <a:r>
              <a:rPr lang="ru-RU" sz="1629" dirty="0" smtClean="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1629" dirty="0" err="1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уточните</a:t>
            </a:r>
            <a:endParaRPr lang="en-US" sz="1629" dirty="0">
              <a:solidFill>
                <a:srgbClr val="FFFFFF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algn="ctr">
              <a:lnSpc>
                <a:spcPts val="2281"/>
              </a:lnSpc>
            </a:pPr>
            <a:r>
              <a:rPr lang="en-US" sz="1629" dirty="0" smtClean="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endParaRPr lang="en-US" sz="1629" dirty="0">
              <a:solidFill>
                <a:srgbClr val="FFFFFF"/>
              </a:solidFill>
              <a:latin typeface="Calibri (MS)"/>
              <a:ea typeface="Calibri (MS)"/>
              <a:cs typeface="Calibri (MS)"/>
              <a:sym typeface="Calibri (MS)"/>
            </a:endParaRPr>
          </a:p>
        </p:txBody>
      </p:sp>
      <p:sp>
        <p:nvSpPr>
          <p:cNvPr id="40" name="TextBox 40"/>
          <p:cNvSpPr txBox="1"/>
          <p:nvPr/>
        </p:nvSpPr>
        <p:spPr>
          <a:xfrm>
            <a:off x="15391838" y="5517575"/>
            <a:ext cx="104924" cy="3015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81"/>
              </a:lnSpc>
            </a:pPr>
            <a:r>
              <a:rPr lang="en-US" sz="1629">
                <a:solidFill>
                  <a:srgbClr val="A855F7"/>
                </a:solidFill>
                <a:latin typeface="Calibri (MS)"/>
                <a:ea typeface="Calibri (MS)"/>
                <a:cs typeface="Calibri (MS)"/>
                <a:sym typeface="Calibri (MS)"/>
              </a:rPr>
              <a:t>4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4132952" y="6670091"/>
            <a:ext cx="2378199" cy="3015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81"/>
              </a:lnSpc>
            </a:pPr>
            <a:r>
              <a:rPr lang="en-US" sz="1629" dirty="0" err="1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Не</a:t>
            </a:r>
            <a:r>
              <a:rPr lang="en-US" sz="1629" dirty="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с </a:t>
            </a:r>
            <a:r>
              <a:rPr lang="en-US" sz="1629" dirty="0" err="1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теорией</a:t>
            </a:r>
            <a:r>
              <a:rPr lang="en-US" sz="1629" dirty="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— с </a:t>
            </a:r>
            <a:r>
              <a:rPr lang="en-US" sz="1629" dirty="0" err="1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рабочим</a:t>
            </a:r>
            <a:r>
              <a:rPr lang="en-US" sz="1629" dirty="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4748500" y="6930123"/>
            <a:ext cx="1274936" cy="3015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81"/>
              </a:lnSpc>
            </a:pPr>
            <a:r>
              <a:rPr lang="en-US" sz="162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инструментом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717572" y="6106744"/>
            <a:ext cx="2681076" cy="3590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29"/>
              </a:lnSpc>
            </a:pPr>
            <a:r>
              <a:rPr lang="en-US" sz="2800" b="1" dirty="0" err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Выберите</a:t>
            </a:r>
            <a:r>
              <a:rPr lang="en-US" sz="2800" b="1" dirty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sz="2800" b="1" dirty="0" err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задачу</a:t>
            </a:r>
            <a:endParaRPr lang="en-US" sz="2800" b="1" dirty="0">
              <a:solidFill>
                <a:srgbClr val="FFFFFF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</p:txBody>
      </p:sp>
      <p:sp>
        <p:nvSpPr>
          <p:cNvPr id="44" name="TextBox 44"/>
          <p:cNvSpPr txBox="1"/>
          <p:nvPr/>
        </p:nvSpPr>
        <p:spPr>
          <a:xfrm>
            <a:off x="5588211" y="6106744"/>
            <a:ext cx="3016351" cy="3590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829"/>
              </a:lnSpc>
            </a:pPr>
            <a:r>
              <a:rPr lang="en-US" sz="2800" b="1" dirty="0" err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Создайте</a:t>
            </a:r>
            <a:r>
              <a:rPr lang="en-US" sz="2800" b="1" dirty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sz="2800" b="1" dirty="0" err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решение</a:t>
            </a:r>
            <a:endParaRPr lang="en-US" sz="2800" b="1" dirty="0">
              <a:solidFill>
                <a:srgbClr val="FFFFFF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</p:txBody>
      </p:sp>
      <p:sp>
        <p:nvSpPr>
          <p:cNvPr id="45" name="TextBox 45"/>
          <p:cNvSpPr txBox="1"/>
          <p:nvPr/>
        </p:nvSpPr>
        <p:spPr>
          <a:xfrm>
            <a:off x="10215999" y="6106744"/>
            <a:ext cx="1773167" cy="3640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829"/>
              </a:lnSpc>
            </a:pPr>
            <a:r>
              <a:rPr lang="en-US" sz="2800" b="1" dirty="0" err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Проверьте</a:t>
            </a:r>
            <a:endParaRPr lang="en-US" sz="2800" b="1" dirty="0">
              <a:solidFill>
                <a:srgbClr val="FFFFFF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</p:txBody>
      </p:sp>
      <p:sp>
        <p:nvSpPr>
          <p:cNvPr id="46" name="TextBox 46"/>
          <p:cNvSpPr txBox="1"/>
          <p:nvPr/>
        </p:nvSpPr>
        <p:spPr>
          <a:xfrm>
            <a:off x="13698929" y="6070587"/>
            <a:ext cx="3374078" cy="3590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29"/>
              </a:lnSpc>
            </a:pPr>
            <a:r>
              <a:rPr lang="en-US" sz="2800" b="1" dirty="0" err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Уйдите</a:t>
            </a:r>
            <a:r>
              <a:rPr lang="en-US" sz="2800" b="1" dirty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с </a:t>
            </a:r>
            <a:r>
              <a:rPr lang="en-US" sz="2800" b="1" dirty="0" err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результатом</a:t>
            </a:r>
            <a:endParaRPr lang="en-US" sz="2800" b="1" dirty="0">
              <a:solidFill>
                <a:srgbClr val="FFFFFF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</p:txBody>
      </p:sp>
      <p:grpSp>
        <p:nvGrpSpPr>
          <p:cNvPr id="47" name="Group 47"/>
          <p:cNvGrpSpPr/>
          <p:nvPr/>
        </p:nvGrpSpPr>
        <p:grpSpPr>
          <a:xfrm>
            <a:off x="974408" y="9436608"/>
            <a:ext cx="411480" cy="411480"/>
            <a:chOff x="0" y="0"/>
            <a:chExt cx="365760" cy="365760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365760" cy="365760"/>
            </a:xfrm>
            <a:custGeom>
              <a:avLst/>
              <a:gdLst/>
              <a:ahLst/>
              <a:cxnLst/>
              <a:rect l="l" t="t" r="r" b="b"/>
              <a:pathLst>
                <a:path w="365760" h="365760">
                  <a:moveTo>
                    <a:pt x="0" y="0"/>
                  </a:moveTo>
                  <a:lnTo>
                    <a:pt x="365760" y="0"/>
                  </a:lnTo>
                  <a:lnTo>
                    <a:pt x="365760" y="365760"/>
                  </a:lnTo>
                  <a:lnTo>
                    <a:pt x="0" y="3657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/>
              </a:stretch>
            </a:blipFill>
          </p:spPr>
        </p:sp>
      </p:grpSp>
      <p:sp>
        <p:nvSpPr>
          <p:cNvPr id="49" name="TextBox 49"/>
          <p:cNvSpPr txBox="1"/>
          <p:nvPr/>
        </p:nvSpPr>
        <p:spPr>
          <a:xfrm>
            <a:off x="1440752" y="9550079"/>
            <a:ext cx="586457" cy="3015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81"/>
              </a:lnSpc>
            </a:pPr>
            <a:r>
              <a:rPr lang="en-US" sz="162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Vibe42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7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902" y="0"/>
            <a:ext cx="18269712" cy="10287000"/>
            <a:chOff x="0" y="0"/>
            <a:chExt cx="101494171" cy="57150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1494177" cy="57150000"/>
            </a:xfrm>
            <a:custGeom>
              <a:avLst/>
              <a:gdLst/>
              <a:ahLst/>
              <a:cxnLst/>
              <a:rect l="l" t="t" r="r" b="b"/>
              <a:pathLst>
                <a:path w="101494177" h="57150000">
                  <a:moveTo>
                    <a:pt x="101494177" y="0"/>
                  </a:moveTo>
                  <a:lnTo>
                    <a:pt x="101494177" y="57150000"/>
                  </a:lnTo>
                  <a:lnTo>
                    <a:pt x="0" y="57150000"/>
                  </a:lnTo>
                  <a:lnTo>
                    <a:pt x="0" y="0"/>
                  </a:lnTo>
                  <a:lnTo>
                    <a:pt x="101494177" y="0"/>
                  </a:lnTo>
                  <a:close/>
                </a:path>
              </a:pathLst>
            </a:custGeom>
            <a:solidFill>
              <a:srgbClr val="1E0D3A"/>
            </a:solidFill>
          </p:spPr>
        </p:sp>
      </p:grpSp>
      <p:sp>
        <p:nvSpPr>
          <p:cNvPr id="4" name="Freeform 4"/>
          <p:cNvSpPr/>
          <p:nvPr/>
        </p:nvSpPr>
        <p:spPr>
          <a:xfrm>
            <a:off x="11992470" y="-3017520"/>
            <a:ext cx="8229600" cy="8229600"/>
          </a:xfrm>
          <a:custGeom>
            <a:avLst/>
            <a:gdLst/>
            <a:ahLst/>
            <a:cxnLst/>
            <a:rect l="l" t="t" r="r" b="b"/>
            <a:pathLst>
              <a:path w="8229600" h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964806" y="3693033"/>
            <a:ext cx="5200650" cy="2077974"/>
          </a:xfrm>
          <a:custGeom>
            <a:avLst/>
            <a:gdLst/>
            <a:ahLst/>
            <a:cxnLst/>
            <a:rect l="l" t="t" r="r" b="b"/>
            <a:pathLst>
              <a:path w="5200650" h="2077974">
                <a:moveTo>
                  <a:pt x="0" y="0"/>
                </a:moveTo>
                <a:lnTo>
                  <a:pt x="5200650" y="0"/>
                </a:lnTo>
                <a:lnTo>
                  <a:pt x="5200650" y="2077974"/>
                </a:lnTo>
                <a:lnTo>
                  <a:pt x="0" y="207797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358456" y="4114800"/>
            <a:ext cx="630936" cy="630936"/>
          </a:xfrm>
          <a:custGeom>
            <a:avLst/>
            <a:gdLst/>
            <a:ahLst/>
            <a:cxnLst/>
            <a:rect l="l" t="t" r="r" b="b"/>
            <a:pathLst>
              <a:path w="630936" h="630936">
                <a:moveTo>
                  <a:pt x="0" y="0"/>
                </a:moveTo>
                <a:lnTo>
                  <a:pt x="630935" y="0"/>
                </a:lnTo>
                <a:lnTo>
                  <a:pt x="630935" y="630936"/>
                </a:lnTo>
                <a:lnTo>
                  <a:pt x="0" y="63093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6557734" y="3693033"/>
            <a:ext cx="5200650" cy="2077974"/>
          </a:xfrm>
          <a:custGeom>
            <a:avLst/>
            <a:gdLst/>
            <a:ahLst/>
            <a:cxnLst/>
            <a:rect l="l" t="t" r="r" b="b"/>
            <a:pathLst>
              <a:path w="5200650" h="2077974">
                <a:moveTo>
                  <a:pt x="0" y="0"/>
                </a:moveTo>
                <a:lnTo>
                  <a:pt x="5200650" y="0"/>
                </a:lnTo>
                <a:lnTo>
                  <a:pt x="5200650" y="2077974"/>
                </a:lnTo>
                <a:lnTo>
                  <a:pt x="0" y="207797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6951383" y="4114800"/>
            <a:ext cx="630936" cy="630936"/>
          </a:xfrm>
          <a:custGeom>
            <a:avLst/>
            <a:gdLst/>
            <a:ahLst/>
            <a:cxnLst/>
            <a:rect l="l" t="t" r="r" b="b"/>
            <a:pathLst>
              <a:path w="630936" h="630936">
                <a:moveTo>
                  <a:pt x="0" y="0"/>
                </a:moveTo>
                <a:lnTo>
                  <a:pt x="630936" y="0"/>
                </a:lnTo>
                <a:lnTo>
                  <a:pt x="630936" y="630936"/>
                </a:lnTo>
                <a:lnTo>
                  <a:pt x="0" y="63093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=""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2150662" y="3693033"/>
            <a:ext cx="5200650" cy="2077974"/>
          </a:xfrm>
          <a:custGeom>
            <a:avLst/>
            <a:gdLst/>
            <a:ahLst/>
            <a:cxnLst/>
            <a:rect l="l" t="t" r="r" b="b"/>
            <a:pathLst>
              <a:path w="5200650" h="2077974">
                <a:moveTo>
                  <a:pt x="0" y="0"/>
                </a:moveTo>
                <a:lnTo>
                  <a:pt x="5200650" y="0"/>
                </a:lnTo>
                <a:lnTo>
                  <a:pt x="5200650" y="2077974"/>
                </a:lnTo>
                <a:lnTo>
                  <a:pt x="0" y="207797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2544311" y="4114800"/>
            <a:ext cx="630936" cy="630936"/>
          </a:xfrm>
          <a:custGeom>
            <a:avLst/>
            <a:gdLst/>
            <a:ahLst/>
            <a:cxnLst/>
            <a:rect l="l" t="t" r="r" b="b"/>
            <a:pathLst>
              <a:path w="630936" h="630936">
                <a:moveTo>
                  <a:pt x="0" y="0"/>
                </a:moveTo>
                <a:lnTo>
                  <a:pt x="630936" y="0"/>
                </a:lnTo>
                <a:lnTo>
                  <a:pt x="630936" y="630936"/>
                </a:lnTo>
                <a:lnTo>
                  <a:pt x="0" y="63093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=""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964806" y="6134481"/>
            <a:ext cx="5200650" cy="2077974"/>
          </a:xfrm>
          <a:custGeom>
            <a:avLst/>
            <a:gdLst/>
            <a:ahLst/>
            <a:cxnLst/>
            <a:rect l="l" t="t" r="r" b="b"/>
            <a:pathLst>
              <a:path w="5200650" h="2077974">
                <a:moveTo>
                  <a:pt x="0" y="0"/>
                </a:moveTo>
                <a:lnTo>
                  <a:pt x="5200650" y="0"/>
                </a:lnTo>
                <a:lnTo>
                  <a:pt x="5200650" y="2077974"/>
                </a:lnTo>
                <a:lnTo>
                  <a:pt x="0" y="2077974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=""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358456" y="6556248"/>
            <a:ext cx="630936" cy="630936"/>
          </a:xfrm>
          <a:custGeom>
            <a:avLst/>
            <a:gdLst/>
            <a:ahLst/>
            <a:cxnLst/>
            <a:rect l="l" t="t" r="r" b="b"/>
            <a:pathLst>
              <a:path w="630936" h="630936">
                <a:moveTo>
                  <a:pt x="0" y="0"/>
                </a:moveTo>
                <a:lnTo>
                  <a:pt x="630935" y="0"/>
                </a:lnTo>
                <a:lnTo>
                  <a:pt x="630935" y="630936"/>
                </a:lnTo>
                <a:lnTo>
                  <a:pt x="0" y="63093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6557734" y="6134481"/>
            <a:ext cx="5200650" cy="2077974"/>
          </a:xfrm>
          <a:custGeom>
            <a:avLst/>
            <a:gdLst/>
            <a:ahLst/>
            <a:cxnLst/>
            <a:rect l="l" t="t" r="r" b="b"/>
            <a:pathLst>
              <a:path w="5200650" h="2077974">
                <a:moveTo>
                  <a:pt x="0" y="0"/>
                </a:moveTo>
                <a:lnTo>
                  <a:pt x="5200650" y="0"/>
                </a:lnTo>
                <a:lnTo>
                  <a:pt x="5200650" y="2077974"/>
                </a:lnTo>
                <a:lnTo>
                  <a:pt x="0" y="2077974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=""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6951383" y="6556248"/>
            <a:ext cx="630936" cy="630936"/>
          </a:xfrm>
          <a:custGeom>
            <a:avLst/>
            <a:gdLst/>
            <a:ahLst/>
            <a:cxnLst/>
            <a:rect l="l" t="t" r="r" b="b"/>
            <a:pathLst>
              <a:path w="630936" h="630936">
                <a:moveTo>
                  <a:pt x="0" y="0"/>
                </a:moveTo>
                <a:lnTo>
                  <a:pt x="630936" y="0"/>
                </a:lnTo>
                <a:lnTo>
                  <a:pt x="630936" y="630936"/>
                </a:lnTo>
                <a:lnTo>
                  <a:pt x="0" y="63093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="" xmlns:asvg="http://schemas.microsoft.com/office/drawing/2016/SVG/main" r:embed="rId18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2150662" y="6134481"/>
            <a:ext cx="5200650" cy="2077974"/>
          </a:xfrm>
          <a:custGeom>
            <a:avLst/>
            <a:gdLst/>
            <a:ahLst/>
            <a:cxnLst/>
            <a:rect l="l" t="t" r="r" b="b"/>
            <a:pathLst>
              <a:path w="5200650" h="2077974">
                <a:moveTo>
                  <a:pt x="0" y="0"/>
                </a:moveTo>
                <a:lnTo>
                  <a:pt x="5200650" y="0"/>
                </a:lnTo>
                <a:lnTo>
                  <a:pt x="5200650" y="2077974"/>
                </a:lnTo>
                <a:lnTo>
                  <a:pt x="0" y="2077974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=""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2544311" y="6556248"/>
            <a:ext cx="630936" cy="630936"/>
          </a:xfrm>
          <a:custGeom>
            <a:avLst/>
            <a:gdLst/>
            <a:ahLst/>
            <a:cxnLst/>
            <a:rect l="l" t="t" r="r" b="b"/>
            <a:pathLst>
              <a:path w="630936" h="630936">
                <a:moveTo>
                  <a:pt x="0" y="0"/>
                </a:moveTo>
                <a:lnTo>
                  <a:pt x="630936" y="0"/>
                </a:lnTo>
                <a:lnTo>
                  <a:pt x="630936" y="630936"/>
                </a:lnTo>
                <a:lnTo>
                  <a:pt x="0" y="63093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20"/>
                </a:ext>
              </a:extLst>
            </a:blip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974408" y="989314"/>
            <a:ext cx="632222" cy="3221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56"/>
              </a:lnSpc>
            </a:pPr>
            <a:r>
              <a:rPr lang="en-US" sz="1754">
                <a:solidFill>
                  <a:srgbClr val="A855F7"/>
                </a:solidFill>
                <a:latin typeface="Calibri (MS)"/>
                <a:ea typeface="Calibri (MS)"/>
                <a:cs typeface="Calibri (MS)"/>
                <a:sym typeface="Calibri (MS)"/>
              </a:rPr>
              <a:t>ШАГ 1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084218" y="989314"/>
            <a:ext cx="807244" cy="3221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56"/>
              </a:lnSpc>
            </a:pPr>
            <a:r>
              <a:rPr lang="en-US" sz="1754">
                <a:solidFill>
                  <a:srgbClr val="A855F7"/>
                </a:solidFill>
                <a:latin typeface="Calibri (MS)"/>
                <a:ea typeface="Calibri (MS)"/>
                <a:cs typeface="Calibri (MS)"/>
                <a:sym typeface="Calibri (MS)"/>
              </a:rPr>
              <a:t>· ПРОМТ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74407" y="1695607"/>
            <a:ext cx="6160815" cy="9124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70"/>
              </a:lnSpc>
            </a:pPr>
            <a:r>
              <a:rPr lang="en-US" sz="4764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Сформулируйте запрос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153655" y="2883484"/>
            <a:ext cx="58043" cy="3820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29"/>
              </a:lnSpc>
            </a:pPr>
            <a:r>
              <a:rPr lang="en-US" sz="2021">
                <a:solidFill>
                  <a:srgbClr val="A78BCA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599757" y="4211650"/>
            <a:ext cx="130150" cy="3820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29"/>
              </a:lnSpc>
            </a:pPr>
            <a:r>
              <a:rPr lang="en-US" sz="2021" b="1">
                <a:solidFill>
                  <a:srgbClr val="2D1B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599757" y="6653098"/>
            <a:ext cx="130150" cy="3820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29"/>
              </a:lnSpc>
            </a:pPr>
            <a:r>
              <a:rPr lang="en-US" sz="2021" b="1">
                <a:solidFill>
                  <a:srgbClr val="2D1B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208848" y="4268800"/>
            <a:ext cx="1299939" cy="3820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29"/>
              </a:lnSpc>
            </a:pPr>
            <a:r>
              <a:rPr lang="en-US" sz="2021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Что создать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208848" y="6710248"/>
            <a:ext cx="1407319" cy="3820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29"/>
              </a:lnSpc>
            </a:pPr>
            <a:r>
              <a:rPr lang="en-US" sz="2021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Какие блоки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192685" y="4211650"/>
            <a:ext cx="130150" cy="3820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29"/>
              </a:lnSpc>
            </a:pPr>
            <a:r>
              <a:rPr lang="en-US" sz="2021" b="1">
                <a:solidFill>
                  <a:srgbClr val="2D1B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192685" y="6653098"/>
            <a:ext cx="130150" cy="3820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29"/>
              </a:lnSpc>
            </a:pPr>
            <a:r>
              <a:rPr lang="en-US" sz="2021" b="1">
                <a:solidFill>
                  <a:srgbClr val="2D1B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801775" y="4268800"/>
            <a:ext cx="987400" cy="3820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29"/>
              </a:lnSpc>
            </a:pPr>
            <a:r>
              <a:rPr lang="en-US" sz="2021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Для кого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801775" y="6710248"/>
            <a:ext cx="1349053" cy="3820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29"/>
              </a:lnSpc>
            </a:pPr>
            <a:r>
              <a:rPr lang="en-US" sz="2021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Какой стиль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2785612" y="4211650"/>
            <a:ext cx="130150" cy="3820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29"/>
              </a:lnSpc>
            </a:pPr>
            <a:r>
              <a:rPr lang="en-US" sz="2021" b="1">
                <a:solidFill>
                  <a:srgbClr val="2D1B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3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2785612" y="6653098"/>
            <a:ext cx="130150" cy="3820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29"/>
              </a:lnSpc>
            </a:pPr>
            <a:r>
              <a:rPr lang="en-US" sz="2021" b="1">
                <a:solidFill>
                  <a:srgbClr val="2D1B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6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74407" y="2883484"/>
            <a:ext cx="10267801" cy="3820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29"/>
              </a:lnSpc>
            </a:pPr>
            <a:r>
              <a:rPr lang="en-US" sz="2021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Качестворезультатана90%зависитоттого,насколькочётко вы описали запрос. Шесть вопросов: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3394703" y="4268800"/>
            <a:ext cx="1245915" cy="3820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29"/>
              </a:lnSpc>
            </a:pPr>
            <a:r>
              <a:rPr lang="en-US" sz="2021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Какая цель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3394703" y="6710248"/>
            <a:ext cx="1610692" cy="3820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29"/>
              </a:lnSpc>
            </a:pPr>
            <a:r>
              <a:rPr lang="en-US" sz="2021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Что на выходе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385888" y="4955591"/>
            <a:ext cx="2592288" cy="3015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81"/>
              </a:lnSpc>
            </a:pPr>
            <a:r>
              <a:rPr lang="en-US" sz="1629">
                <a:solidFill>
                  <a:srgbClr val="A78BCA"/>
                </a:solidFill>
                <a:latin typeface="Calibri (MS)"/>
                <a:ea typeface="Calibri (MS)"/>
                <a:cs typeface="Calibri (MS)"/>
                <a:sym typeface="Calibri (MS)"/>
              </a:rPr>
              <a:t>Сайт, форма, инструкция, бот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385888" y="7397039"/>
            <a:ext cx="2912864" cy="3015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81"/>
              </a:lnSpc>
            </a:pPr>
            <a:r>
              <a:rPr lang="en-US" sz="1629">
                <a:solidFill>
                  <a:srgbClr val="A78BCA"/>
                </a:solidFill>
                <a:latin typeface="Calibri (MS)"/>
                <a:ea typeface="Calibri (MS)"/>
                <a:cs typeface="Calibri (MS)"/>
                <a:sym typeface="Calibri (MS)"/>
              </a:rPr>
              <a:t>Перечень разделов или функций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6978815" y="4955591"/>
            <a:ext cx="2544961" cy="3015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81"/>
              </a:lnSpc>
            </a:pPr>
            <a:r>
              <a:rPr lang="en-US" sz="1629">
                <a:solidFill>
                  <a:srgbClr val="A78BCA"/>
                </a:solidFill>
                <a:latin typeface="Calibri (MS)"/>
                <a:ea typeface="Calibri (MS)"/>
                <a:cs typeface="Calibri (MS)"/>
                <a:sym typeface="Calibri (MS)"/>
              </a:rPr>
              <a:t>Кто будет этим пользоваться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6978815" y="7397039"/>
            <a:ext cx="3414266" cy="3015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81"/>
              </a:lnSpc>
            </a:pPr>
            <a:r>
              <a:rPr lang="en-US" sz="1629">
                <a:solidFill>
                  <a:srgbClr val="A78BCA"/>
                </a:solidFill>
                <a:latin typeface="Calibri (MS)"/>
                <a:ea typeface="Calibri (MS)"/>
                <a:cs typeface="Calibri (MS)"/>
                <a:sym typeface="Calibri (MS)"/>
              </a:rPr>
              <a:t>Деловой, дружелюбный, минимализм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2571743" y="7397039"/>
            <a:ext cx="2618631" cy="3015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81"/>
              </a:lnSpc>
            </a:pPr>
            <a:r>
              <a:rPr lang="en-US" sz="1629">
                <a:solidFill>
                  <a:srgbClr val="A78BCA"/>
                </a:solidFill>
                <a:latin typeface="Calibri (MS)"/>
                <a:ea typeface="Calibri (MS)"/>
                <a:cs typeface="Calibri (MS)"/>
                <a:sym typeface="Calibri (MS)"/>
              </a:rPr>
              <a:t>Формат и итоговый результат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2571743" y="4955591"/>
            <a:ext cx="2781821" cy="3015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81"/>
              </a:lnSpc>
            </a:pPr>
            <a:r>
              <a:rPr lang="en-US" sz="1629">
                <a:solidFill>
                  <a:srgbClr val="A78BCA"/>
                </a:solidFill>
                <a:latin typeface="Calibri (MS)"/>
                <a:ea typeface="Calibri (MS)"/>
                <a:cs typeface="Calibri (MS)"/>
                <a:sym typeface="Calibri (MS)"/>
              </a:rPr>
              <a:t>Какую задачу решает результат</a:t>
            </a:r>
          </a:p>
        </p:txBody>
      </p:sp>
      <p:grpSp>
        <p:nvGrpSpPr>
          <p:cNvPr id="40" name="Group 40"/>
          <p:cNvGrpSpPr/>
          <p:nvPr/>
        </p:nvGrpSpPr>
        <p:grpSpPr>
          <a:xfrm>
            <a:off x="974408" y="9436608"/>
            <a:ext cx="411480" cy="411480"/>
            <a:chOff x="0" y="0"/>
            <a:chExt cx="365760" cy="36576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365760" cy="365760"/>
            </a:xfrm>
            <a:custGeom>
              <a:avLst/>
              <a:gdLst/>
              <a:ahLst/>
              <a:cxnLst/>
              <a:rect l="l" t="t" r="r" b="b"/>
              <a:pathLst>
                <a:path w="365760" h="365760">
                  <a:moveTo>
                    <a:pt x="0" y="0"/>
                  </a:moveTo>
                  <a:lnTo>
                    <a:pt x="365760" y="0"/>
                  </a:lnTo>
                  <a:lnTo>
                    <a:pt x="365760" y="365760"/>
                  </a:lnTo>
                  <a:lnTo>
                    <a:pt x="0" y="3657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/>
              </a:stretch>
            </a:blipFill>
          </p:spPr>
        </p:sp>
      </p:grpSp>
      <p:sp>
        <p:nvSpPr>
          <p:cNvPr id="42" name="TextBox 42"/>
          <p:cNvSpPr txBox="1"/>
          <p:nvPr/>
        </p:nvSpPr>
        <p:spPr>
          <a:xfrm>
            <a:off x="1440752" y="9550079"/>
            <a:ext cx="586457" cy="3015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81"/>
              </a:lnSpc>
            </a:pPr>
            <a:r>
              <a:rPr lang="en-US" sz="1629">
                <a:solidFill>
                  <a:srgbClr val="A78BCA"/>
                </a:solidFill>
                <a:latin typeface="Calibri (MS)"/>
                <a:ea typeface="Calibri (MS)"/>
                <a:cs typeface="Calibri (MS)"/>
                <a:sym typeface="Calibri (MS)"/>
              </a:rPr>
              <a:t>Vibe42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7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902" y="0"/>
            <a:ext cx="18269712" cy="10287000"/>
            <a:chOff x="0" y="0"/>
            <a:chExt cx="101494171" cy="57150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1494177" cy="57150000"/>
            </a:xfrm>
            <a:custGeom>
              <a:avLst/>
              <a:gdLst/>
              <a:ahLst/>
              <a:cxnLst/>
              <a:rect l="l" t="t" r="r" b="b"/>
              <a:pathLst>
                <a:path w="101494177" h="57150000">
                  <a:moveTo>
                    <a:pt x="101494177" y="0"/>
                  </a:moveTo>
                  <a:lnTo>
                    <a:pt x="101494177" y="57150000"/>
                  </a:lnTo>
                  <a:lnTo>
                    <a:pt x="0" y="57150000"/>
                  </a:lnTo>
                  <a:lnTo>
                    <a:pt x="0" y="0"/>
                  </a:lnTo>
                  <a:lnTo>
                    <a:pt x="101494177" y="0"/>
                  </a:lnTo>
                  <a:close/>
                </a:path>
              </a:pathLst>
            </a:custGeom>
            <a:solidFill>
              <a:srgbClr val="1E0D3A"/>
            </a:solidFill>
          </p:spPr>
        </p:sp>
      </p:grpSp>
      <p:sp>
        <p:nvSpPr>
          <p:cNvPr id="4" name="Freeform 4"/>
          <p:cNvSpPr/>
          <p:nvPr/>
        </p:nvSpPr>
        <p:spPr>
          <a:xfrm>
            <a:off x="11992470" y="-3017520"/>
            <a:ext cx="8229600" cy="8229600"/>
          </a:xfrm>
          <a:custGeom>
            <a:avLst/>
            <a:gdLst/>
            <a:ahLst/>
            <a:cxnLst/>
            <a:rect l="l" t="t" r="r" b="b"/>
            <a:pathLst>
              <a:path w="8229600" h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964006" y="3350133"/>
            <a:ext cx="7998714" cy="1282446"/>
          </a:xfrm>
          <a:custGeom>
            <a:avLst/>
            <a:gdLst/>
            <a:ahLst/>
            <a:cxnLst/>
            <a:rect l="l" t="t" r="r" b="b"/>
            <a:pathLst>
              <a:path w="7998714" h="1282446">
                <a:moveTo>
                  <a:pt x="0" y="0"/>
                </a:moveTo>
                <a:lnTo>
                  <a:pt x="7998714" y="0"/>
                </a:lnTo>
                <a:lnTo>
                  <a:pt x="7998714" y="1282446"/>
                </a:lnTo>
                <a:lnTo>
                  <a:pt x="0" y="12824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276159" y="3648456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>
                <a:moveTo>
                  <a:pt x="0" y="0"/>
                </a:moveTo>
                <a:lnTo>
                  <a:pt x="685800" y="0"/>
                </a:lnTo>
                <a:lnTo>
                  <a:pt x="685800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964006" y="4831461"/>
            <a:ext cx="7998714" cy="1282446"/>
          </a:xfrm>
          <a:custGeom>
            <a:avLst/>
            <a:gdLst/>
            <a:ahLst/>
            <a:cxnLst/>
            <a:rect l="l" t="t" r="r" b="b"/>
            <a:pathLst>
              <a:path w="7998714" h="1282446">
                <a:moveTo>
                  <a:pt x="0" y="0"/>
                </a:moveTo>
                <a:lnTo>
                  <a:pt x="7998714" y="0"/>
                </a:lnTo>
                <a:lnTo>
                  <a:pt x="7998714" y="1282446"/>
                </a:lnTo>
                <a:lnTo>
                  <a:pt x="0" y="12824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276159" y="5129784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>
                <a:moveTo>
                  <a:pt x="0" y="0"/>
                </a:moveTo>
                <a:lnTo>
                  <a:pt x="685800" y="0"/>
                </a:lnTo>
                <a:lnTo>
                  <a:pt x="685800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964006" y="6312789"/>
            <a:ext cx="7998714" cy="1282446"/>
          </a:xfrm>
          <a:custGeom>
            <a:avLst/>
            <a:gdLst/>
            <a:ahLst/>
            <a:cxnLst/>
            <a:rect l="l" t="t" r="r" b="b"/>
            <a:pathLst>
              <a:path w="7998714" h="1282446">
                <a:moveTo>
                  <a:pt x="0" y="0"/>
                </a:moveTo>
                <a:lnTo>
                  <a:pt x="7998714" y="0"/>
                </a:lnTo>
                <a:lnTo>
                  <a:pt x="7998714" y="1282446"/>
                </a:lnTo>
                <a:lnTo>
                  <a:pt x="0" y="12824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276159" y="6611112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>
                <a:moveTo>
                  <a:pt x="0" y="0"/>
                </a:moveTo>
                <a:lnTo>
                  <a:pt x="685800" y="0"/>
                </a:lnTo>
                <a:lnTo>
                  <a:pt x="685800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964006" y="7794117"/>
            <a:ext cx="7998714" cy="1282446"/>
          </a:xfrm>
          <a:custGeom>
            <a:avLst/>
            <a:gdLst/>
            <a:ahLst/>
            <a:cxnLst/>
            <a:rect l="l" t="t" r="r" b="b"/>
            <a:pathLst>
              <a:path w="7998714" h="1282446">
                <a:moveTo>
                  <a:pt x="0" y="0"/>
                </a:moveTo>
                <a:lnTo>
                  <a:pt x="7998714" y="0"/>
                </a:lnTo>
                <a:lnTo>
                  <a:pt x="7998714" y="1282446"/>
                </a:lnTo>
                <a:lnTo>
                  <a:pt x="0" y="12824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276159" y="8092440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>
                <a:moveTo>
                  <a:pt x="0" y="0"/>
                </a:moveTo>
                <a:lnTo>
                  <a:pt x="685800" y="0"/>
                </a:lnTo>
                <a:lnTo>
                  <a:pt x="685800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9353398" y="3350133"/>
            <a:ext cx="7998714" cy="1282446"/>
          </a:xfrm>
          <a:custGeom>
            <a:avLst/>
            <a:gdLst/>
            <a:ahLst/>
            <a:cxnLst/>
            <a:rect l="l" t="t" r="r" b="b"/>
            <a:pathLst>
              <a:path w="7998714" h="1282446">
                <a:moveTo>
                  <a:pt x="0" y="0"/>
                </a:moveTo>
                <a:lnTo>
                  <a:pt x="7998714" y="0"/>
                </a:lnTo>
                <a:lnTo>
                  <a:pt x="7998714" y="1282446"/>
                </a:lnTo>
                <a:lnTo>
                  <a:pt x="0" y="12824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9665551" y="3648456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>
                <a:moveTo>
                  <a:pt x="0" y="0"/>
                </a:moveTo>
                <a:lnTo>
                  <a:pt x="685800" y="0"/>
                </a:lnTo>
                <a:lnTo>
                  <a:pt x="685800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9353398" y="4831461"/>
            <a:ext cx="7998714" cy="1282446"/>
          </a:xfrm>
          <a:custGeom>
            <a:avLst/>
            <a:gdLst/>
            <a:ahLst/>
            <a:cxnLst/>
            <a:rect l="l" t="t" r="r" b="b"/>
            <a:pathLst>
              <a:path w="7998714" h="1282446">
                <a:moveTo>
                  <a:pt x="0" y="0"/>
                </a:moveTo>
                <a:lnTo>
                  <a:pt x="7998714" y="0"/>
                </a:lnTo>
                <a:lnTo>
                  <a:pt x="7998714" y="1282446"/>
                </a:lnTo>
                <a:lnTo>
                  <a:pt x="0" y="12824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9665551" y="5129784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>
                <a:moveTo>
                  <a:pt x="0" y="0"/>
                </a:moveTo>
                <a:lnTo>
                  <a:pt x="685800" y="0"/>
                </a:lnTo>
                <a:lnTo>
                  <a:pt x="685800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9353398" y="6312789"/>
            <a:ext cx="7998714" cy="1282446"/>
          </a:xfrm>
          <a:custGeom>
            <a:avLst/>
            <a:gdLst/>
            <a:ahLst/>
            <a:cxnLst/>
            <a:rect l="l" t="t" r="r" b="b"/>
            <a:pathLst>
              <a:path w="7998714" h="1282446">
                <a:moveTo>
                  <a:pt x="0" y="0"/>
                </a:moveTo>
                <a:lnTo>
                  <a:pt x="7998714" y="0"/>
                </a:lnTo>
                <a:lnTo>
                  <a:pt x="7998714" y="1282446"/>
                </a:lnTo>
                <a:lnTo>
                  <a:pt x="0" y="12824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18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9665551" y="6611112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>
                <a:moveTo>
                  <a:pt x="0" y="0"/>
                </a:moveTo>
                <a:lnTo>
                  <a:pt x="685800" y="0"/>
                </a:lnTo>
                <a:lnTo>
                  <a:pt x="685800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974408" y="989314"/>
            <a:ext cx="2463254" cy="3221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56"/>
              </a:lnSpc>
            </a:pPr>
            <a:r>
              <a:rPr lang="en-US" sz="1754" b="1">
                <a:solidFill>
                  <a:srgbClr val="A855F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ПОШАГОВЫЙ АЛГОРИТМ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74407" y="1695607"/>
            <a:ext cx="7653635" cy="9124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70"/>
              </a:lnSpc>
            </a:pPr>
            <a:r>
              <a:rPr lang="en-US" sz="4764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7 шагов для первого проекта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534306" y="3816401"/>
            <a:ext cx="152698" cy="458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7"/>
              </a:lnSpc>
            </a:pPr>
            <a:r>
              <a:rPr lang="en-US" sz="2369" b="1">
                <a:solidFill>
                  <a:srgbClr val="2D1B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534306" y="5297729"/>
            <a:ext cx="152698" cy="458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7"/>
              </a:lnSpc>
            </a:pPr>
            <a:r>
              <a:rPr lang="en-US" sz="2369" b="1">
                <a:solidFill>
                  <a:srgbClr val="2D1B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534306" y="6779057"/>
            <a:ext cx="152698" cy="458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7"/>
              </a:lnSpc>
            </a:pPr>
            <a:r>
              <a:rPr lang="en-US" sz="2369" b="1">
                <a:solidFill>
                  <a:srgbClr val="2D1B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3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534306" y="8260385"/>
            <a:ext cx="152698" cy="458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7"/>
              </a:lnSpc>
            </a:pPr>
            <a:r>
              <a:rPr lang="en-US" sz="2369" b="1">
                <a:solidFill>
                  <a:srgbClr val="2D1B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4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923697" y="3816401"/>
            <a:ext cx="152698" cy="458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7"/>
              </a:lnSpc>
            </a:pPr>
            <a:r>
              <a:rPr lang="en-US" sz="2369" b="1">
                <a:solidFill>
                  <a:srgbClr val="2D1B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5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923697" y="5297729"/>
            <a:ext cx="152698" cy="458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7"/>
              </a:lnSpc>
            </a:pPr>
            <a:r>
              <a:rPr lang="en-US" sz="2369" b="1">
                <a:solidFill>
                  <a:srgbClr val="2D1B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6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923697" y="6779057"/>
            <a:ext cx="152698" cy="458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7"/>
              </a:lnSpc>
            </a:pPr>
            <a:r>
              <a:rPr lang="en-US" sz="2369" b="1">
                <a:solidFill>
                  <a:srgbClr val="2D1B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7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2153984" y="3671468"/>
            <a:ext cx="2024807" cy="3571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7"/>
              </a:lnSpc>
            </a:pPr>
            <a:r>
              <a:rPr lang="en-US" sz="1876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Определите задачу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2799336" y="4009187"/>
            <a:ext cx="46881" cy="3015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81"/>
              </a:lnSpc>
            </a:pPr>
            <a:r>
              <a:rPr lang="en-US" sz="1629">
                <a:solidFill>
                  <a:srgbClr val="A78BCA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2153984" y="6634124"/>
            <a:ext cx="2000250" cy="3571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7"/>
              </a:lnSpc>
            </a:pPr>
            <a:r>
              <a:rPr lang="en-US" sz="1876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Опишите структуру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3458704" y="6971843"/>
            <a:ext cx="46881" cy="3015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81"/>
              </a:lnSpc>
            </a:pPr>
            <a:r>
              <a:rPr lang="en-US" sz="1629">
                <a:solidFill>
                  <a:srgbClr val="A78BCA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2153984" y="5152796"/>
            <a:ext cx="2165226" cy="3571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7"/>
              </a:lnSpc>
            </a:pPr>
            <a:r>
              <a:rPr lang="en-US" sz="1876" b="1" dirty="0" err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Опишите</a:t>
            </a:r>
            <a:r>
              <a:rPr lang="en-US" sz="1876" b="1" dirty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sz="1876" b="1" dirty="0" err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аудиторию</a:t>
            </a:r>
            <a:endParaRPr lang="en-US" sz="1876" b="1" dirty="0">
              <a:solidFill>
                <a:srgbClr val="FFFFFF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2515086" y="5490515"/>
            <a:ext cx="46881" cy="3015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81"/>
              </a:lnSpc>
            </a:pPr>
            <a:r>
              <a:rPr lang="en-US" sz="1629">
                <a:solidFill>
                  <a:srgbClr val="A78BCA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2153984" y="8115452"/>
            <a:ext cx="4774341" cy="3377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627"/>
              </a:lnSpc>
            </a:pPr>
            <a:r>
              <a:rPr lang="en-US" sz="1876" b="1" dirty="0" err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Попросите</a:t>
            </a:r>
            <a:r>
              <a:rPr lang="en-US" sz="1876" b="1" dirty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ИИ </a:t>
            </a:r>
            <a:r>
              <a:rPr lang="en-US" sz="1876" b="1" dirty="0" err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собрать</a:t>
            </a:r>
            <a:r>
              <a:rPr lang="en-US" sz="1876" b="1" dirty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sz="1876" b="1" dirty="0" err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вариант</a:t>
            </a:r>
            <a:endParaRPr lang="en-US" sz="1876" b="1" dirty="0">
              <a:solidFill>
                <a:srgbClr val="FFFFFF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3060668" y="8453171"/>
            <a:ext cx="46881" cy="3015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81"/>
              </a:lnSpc>
            </a:pPr>
            <a:r>
              <a:rPr lang="en-US" sz="1629">
                <a:solidFill>
                  <a:srgbClr val="A78BCA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0543375" y="5152796"/>
            <a:ext cx="1760265" cy="3571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7"/>
              </a:lnSpc>
            </a:pPr>
            <a:r>
              <a:rPr lang="en-US" sz="1876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Дайте уточнение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1433086" y="5490515"/>
            <a:ext cx="46881" cy="3015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81"/>
              </a:lnSpc>
            </a:pPr>
            <a:r>
              <a:rPr lang="en-US" sz="1629">
                <a:solidFill>
                  <a:srgbClr val="A78BCA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0543375" y="3671468"/>
            <a:ext cx="2165449" cy="3571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7"/>
              </a:lnSpc>
            </a:pPr>
            <a:r>
              <a:rPr lang="en-US" sz="1876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Проверьте результат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1560874" y="4009187"/>
            <a:ext cx="46881" cy="3015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81"/>
              </a:lnSpc>
            </a:pPr>
            <a:r>
              <a:rPr lang="en-US" sz="1629">
                <a:solidFill>
                  <a:srgbClr val="A78BCA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0543375" y="6634124"/>
            <a:ext cx="2337346" cy="3571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7"/>
              </a:lnSpc>
            </a:pPr>
            <a:r>
              <a:rPr lang="en-US" sz="1876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Сохраните и покажите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1504524" y="6971843"/>
            <a:ext cx="46881" cy="3015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81"/>
              </a:lnSpc>
            </a:pPr>
            <a:r>
              <a:rPr lang="en-US" sz="1629">
                <a:solidFill>
                  <a:srgbClr val="A78BCA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2153983" y="4009187"/>
            <a:ext cx="4703107" cy="2949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281"/>
              </a:lnSpc>
            </a:pPr>
            <a:r>
              <a:rPr lang="en-US" sz="1629" dirty="0" err="1" smtClean="0">
                <a:solidFill>
                  <a:srgbClr val="A78BCA"/>
                </a:solidFill>
                <a:latin typeface="Calibri (MS)"/>
                <a:ea typeface="Calibri (MS)"/>
                <a:cs typeface="Calibri (MS)"/>
                <a:sym typeface="Calibri (MS)"/>
              </a:rPr>
              <a:t>Одной</a:t>
            </a:r>
            <a:r>
              <a:rPr lang="ru-RU" sz="1629" dirty="0" smtClean="0">
                <a:solidFill>
                  <a:srgbClr val="A78BCA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1629" dirty="0" err="1" smtClean="0">
                <a:solidFill>
                  <a:srgbClr val="A78BCA"/>
                </a:solidFill>
                <a:latin typeface="Calibri (MS)"/>
                <a:ea typeface="Calibri (MS)"/>
                <a:cs typeface="Calibri (MS)"/>
                <a:sym typeface="Calibri (MS)"/>
              </a:rPr>
              <a:t>фразой:что</a:t>
            </a:r>
            <a:r>
              <a:rPr lang="ru-RU" sz="1629" dirty="0" smtClean="0">
                <a:solidFill>
                  <a:srgbClr val="A78BCA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1629" dirty="0" err="1" smtClean="0">
                <a:solidFill>
                  <a:srgbClr val="A78BCA"/>
                </a:solidFill>
                <a:latin typeface="Calibri (MS)"/>
                <a:ea typeface="Calibri (MS)"/>
                <a:cs typeface="Calibri (MS)"/>
                <a:sym typeface="Calibri (MS)"/>
              </a:rPr>
              <a:t>хотите</a:t>
            </a:r>
            <a:r>
              <a:rPr lang="en-US" sz="1629" dirty="0" smtClean="0">
                <a:solidFill>
                  <a:srgbClr val="A78BCA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1629" dirty="0" err="1">
                <a:solidFill>
                  <a:srgbClr val="A78BCA"/>
                </a:solidFill>
                <a:latin typeface="Calibri (MS)"/>
                <a:ea typeface="Calibri (MS)"/>
                <a:cs typeface="Calibri (MS)"/>
                <a:sym typeface="Calibri (MS)"/>
              </a:rPr>
              <a:t>получить</a:t>
            </a:r>
            <a:endParaRPr lang="en-US" sz="1629" dirty="0">
              <a:solidFill>
                <a:srgbClr val="A78BCA"/>
              </a:solidFill>
              <a:latin typeface="Calibri (MS)"/>
              <a:ea typeface="Calibri (MS)"/>
              <a:cs typeface="Calibri (MS)"/>
              <a:sym typeface="Calibri (MS)"/>
            </a:endParaRPr>
          </a:p>
        </p:txBody>
      </p:sp>
      <p:sp>
        <p:nvSpPr>
          <p:cNvPr id="43" name="TextBox 43"/>
          <p:cNvSpPr txBox="1"/>
          <p:nvPr/>
        </p:nvSpPr>
        <p:spPr>
          <a:xfrm>
            <a:off x="2153984" y="5490515"/>
            <a:ext cx="3305770" cy="2949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81"/>
              </a:lnSpc>
            </a:pPr>
            <a:r>
              <a:rPr lang="en-US" sz="1629" dirty="0" err="1" smtClean="0">
                <a:solidFill>
                  <a:srgbClr val="A78BCA"/>
                </a:solidFill>
                <a:latin typeface="Calibri (MS)"/>
                <a:ea typeface="Calibri (MS)"/>
                <a:cs typeface="Calibri (MS)"/>
                <a:sym typeface="Calibri (MS)"/>
              </a:rPr>
              <a:t>Кто</a:t>
            </a:r>
            <a:r>
              <a:rPr lang="ru-RU" sz="1629" dirty="0" smtClean="0">
                <a:solidFill>
                  <a:srgbClr val="A78BCA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1629" dirty="0" err="1" smtClean="0">
                <a:solidFill>
                  <a:srgbClr val="A78BCA"/>
                </a:solidFill>
                <a:latin typeface="Calibri (MS)"/>
                <a:ea typeface="Calibri (MS)"/>
                <a:cs typeface="Calibri (MS)"/>
                <a:sym typeface="Calibri (MS)"/>
              </a:rPr>
              <a:t>будет</a:t>
            </a:r>
            <a:r>
              <a:rPr lang="ru-RU" sz="1629" dirty="0" smtClean="0">
                <a:solidFill>
                  <a:srgbClr val="A78BCA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1629" dirty="0" err="1" smtClean="0">
                <a:solidFill>
                  <a:srgbClr val="A78BCA"/>
                </a:solidFill>
                <a:latin typeface="Calibri (MS)"/>
                <a:ea typeface="Calibri (MS)"/>
                <a:cs typeface="Calibri (MS)"/>
                <a:sym typeface="Calibri (MS)"/>
              </a:rPr>
              <a:t>использоват</a:t>
            </a:r>
            <a:r>
              <a:rPr lang="ru-RU" sz="1629" dirty="0" smtClean="0">
                <a:solidFill>
                  <a:srgbClr val="A78BCA"/>
                </a:solidFill>
                <a:latin typeface="Calibri (MS)"/>
                <a:ea typeface="Calibri (MS)"/>
                <a:cs typeface="Calibri (MS)"/>
                <a:sym typeface="Calibri (MS)"/>
              </a:rPr>
              <a:t>ь</a:t>
            </a:r>
            <a:endParaRPr lang="en-US" sz="1629" dirty="0">
              <a:solidFill>
                <a:srgbClr val="A78BCA"/>
              </a:solidFill>
              <a:latin typeface="Calibri (MS)"/>
              <a:ea typeface="Calibri (MS)"/>
              <a:cs typeface="Calibri (MS)"/>
              <a:sym typeface="Calibri (MS)"/>
            </a:endParaRPr>
          </a:p>
        </p:txBody>
      </p:sp>
      <p:sp>
        <p:nvSpPr>
          <p:cNvPr id="44" name="TextBox 44"/>
          <p:cNvSpPr txBox="1"/>
          <p:nvPr/>
        </p:nvSpPr>
        <p:spPr>
          <a:xfrm>
            <a:off x="2153984" y="6971843"/>
            <a:ext cx="4774341" cy="2949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281"/>
              </a:lnSpc>
            </a:pPr>
            <a:r>
              <a:rPr lang="en-US" sz="1629" dirty="0" err="1" smtClean="0">
                <a:solidFill>
                  <a:srgbClr val="A78BCA"/>
                </a:solidFill>
                <a:latin typeface="Calibri (MS)"/>
                <a:ea typeface="Calibri (MS)"/>
                <a:cs typeface="Calibri (MS)"/>
                <a:sym typeface="Calibri (MS)"/>
              </a:rPr>
              <a:t>Перечислите</a:t>
            </a:r>
            <a:r>
              <a:rPr lang="ru-RU" sz="1629" dirty="0" smtClean="0">
                <a:solidFill>
                  <a:srgbClr val="A78BCA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1629" dirty="0" err="1" smtClean="0">
                <a:solidFill>
                  <a:srgbClr val="A78BCA"/>
                </a:solidFill>
                <a:latin typeface="Calibri (MS)"/>
                <a:ea typeface="Calibri (MS)"/>
                <a:cs typeface="Calibri (MS)"/>
                <a:sym typeface="Calibri (MS)"/>
              </a:rPr>
              <a:t>блоки,которые</a:t>
            </a:r>
            <a:r>
              <a:rPr lang="en-US" sz="1629" dirty="0" smtClean="0">
                <a:solidFill>
                  <a:srgbClr val="A78BCA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1629" dirty="0" err="1">
                <a:solidFill>
                  <a:srgbClr val="A78BCA"/>
                </a:solidFill>
                <a:latin typeface="Calibri (MS)"/>
                <a:ea typeface="Calibri (MS)"/>
                <a:cs typeface="Calibri (MS)"/>
                <a:sym typeface="Calibri (MS)"/>
              </a:rPr>
              <a:t>точно</a:t>
            </a:r>
            <a:r>
              <a:rPr lang="en-US" sz="1629" dirty="0">
                <a:solidFill>
                  <a:srgbClr val="A78BCA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1629" dirty="0" err="1">
                <a:solidFill>
                  <a:srgbClr val="A78BCA"/>
                </a:solidFill>
                <a:latin typeface="Calibri (MS)"/>
                <a:ea typeface="Calibri (MS)"/>
                <a:cs typeface="Calibri (MS)"/>
                <a:sym typeface="Calibri (MS)"/>
              </a:rPr>
              <a:t>нужны</a:t>
            </a:r>
            <a:endParaRPr lang="en-US" sz="1629" dirty="0">
              <a:solidFill>
                <a:srgbClr val="A78BCA"/>
              </a:solidFill>
              <a:latin typeface="Calibri (MS)"/>
              <a:ea typeface="Calibri (MS)"/>
              <a:cs typeface="Calibri (MS)"/>
              <a:sym typeface="Calibri (MS)"/>
            </a:endParaRPr>
          </a:p>
        </p:txBody>
      </p:sp>
      <p:sp>
        <p:nvSpPr>
          <p:cNvPr id="45" name="TextBox 45"/>
          <p:cNvSpPr txBox="1"/>
          <p:nvPr/>
        </p:nvSpPr>
        <p:spPr>
          <a:xfrm>
            <a:off x="2153984" y="8496300"/>
            <a:ext cx="5770816" cy="2949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281"/>
              </a:lnSpc>
            </a:pPr>
            <a:r>
              <a:rPr lang="en-US" sz="1629" dirty="0" err="1" smtClean="0">
                <a:solidFill>
                  <a:srgbClr val="A78BCA"/>
                </a:solidFill>
                <a:latin typeface="Calibri (MS)"/>
                <a:ea typeface="Calibri (MS)"/>
                <a:cs typeface="Calibri (MS)"/>
                <a:sym typeface="Calibri (MS)"/>
              </a:rPr>
              <a:t>Вставьте</a:t>
            </a:r>
            <a:r>
              <a:rPr lang="ru-RU" sz="1629" dirty="0" smtClean="0">
                <a:solidFill>
                  <a:srgbClr val="A78BCA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1629" dirty="0" err="1" smtClean="0">
                <a:solidFill>
                  <a:srgbClr val="A78BCA"/>
                </a:solidFill>
                <a:latin typeface="Calibri (MS)"/>
                <a:ea typeface="Calibri (MS)"/>
                <a:cs typeface="Calibri (MS)"/>
                <a:sym typeface="Calibri (MS)"/>
              </a:rPr>
              <a:t>запрос</a:t>
            </a:r>
            <a:r>
              <a:rPr lang="ru-RU" sz="1629" dirty="0" smtClean="0">
                <a:solidFill>
                  <a:srgbClr val="A78BCA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1629" dirty="0" smtClean="0">
                <a:solidFill>
                  <a:srgbClr val="A78BCA"/>
                </a:solidFill>
                <a:latin typeface="Calibri (MS)"/>
                <a:ea typeface="Calibri (MS)"/>
                <a:cs typeface="Calibri (MS)"/>
                <a:sym typeface="Calibri (MS)"/>
              </a:rPr>
              <a:t>в</a:t>
            </a:r>
            <a:r>
              <a:rPr lang="ru-RU" sz="1629" dirty="0" smtClean="0">
                <a:solidFill>
                  <a:srgbClr val="A78BCA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1629" dirty="0" smtClean="0">
                <a:solidFill>
                  <a:srgbClr val="A78BCA"/>
                </a:solidFill>
                <a:latin typeface="Calibri (MS)"/>
                <a:ea typeface="Calibri (MS)"/>
                <a:cs typeface="Calibri (MS)"/>
                <a:sym typeface="Calibri (MS)"/>
              </a:rPr>
              <a:t>Claude</a:t>
            </a:r>
            <a:r>
              <a:rPr lang="ru-RU" sz="1629" dirty="0" smtClean="0">
                <a:solidFill>
                  <a:srgbClr val="A78BCA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1629" dirty="0" smtClean="0">
                <a:solidFill>
                  <a:srgbClr val="A78BCA"/>
                </a:solidFill>
                <a:latin typeface="Calibri (MS)"/>
                <a:ea typeface="Calibri (MS)"/>
                <a:cs typeface="Calibri (MS)"/>
                <a:sym typeface="Calibri (MS)"/>
              </a:rPr>
              <a:t>и</a:t>
            </a:r>
            <a:r>
              <a:rPr lang="ru-RU" sz="1629" dirty="0" smtClean="0">
                <a:solidFill>
                  <a:srgbClr val="A78BCA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1629" dirty="0" err="1" smtClean="0">
                <a:solidFill>
                  <a:srgbClr val="A78BCA"/>
                </a:solidFill>
                <a:latin typeface="Calibri (MS)"/>
                <a:ea typeface="Calibri (MS)"/>
                <a:cs typeface="Calibri (MS)"/>
                <a:sym typeface="Calibri (MS)"/>
              </a:rPr>
              <a:t>получите</a:t>
            </a:r>
            <a:r>
              <a:rPr lang="ru-RU" sz="1629" dirty="0" smtClean="0">
                <a:solidFill>
                  <a:srgbClr val="A78BCA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1629" dirty="0" err="1" smtClean="0">
                <a:solidFill>
                  <a:srgbClr val="A78BCA"/>
                </a:solidFill>
                <a:latin typeface="Calibri (MS)"/>
                <a:ea typeface="Calibri (MS)"/>
                <a:cs typeface="Calibri (MS)"/>
                <a:sym typeface="Calibri (MS)"/>
              </a:rPr>
              <a:t>первую</a:t>
            </a:r>
            <a:r>
              <a:rPr lang="en-US" sz="1629" dirty="0" smtClean="0">
                <a:solidFill>
                  <a:srgbClr val="A78BCA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1629" dirty="0" err="1">
                <a:solidFill>
                  <a:srgbClr val="A78BCA"/>
                </a:solidFill>
                <a:latin typeface="Calibri (MS)"/>
                <a:ea typeface="Calibri (MS)"/>
                <a:cs typeface="Calibri (MS)"/>
                <a:sym typeface="Calibri (MS)"/>
              </a:rPr>
              <a:t>версию</a:t>
            </a:r>
            <a:endParaRPr lang="en-US" sz="1629" dirty="0">
              <a:solidFill>
                <a:srgbClr val="A78BCA"/>
              </a:solidFill>
              <a:latin typeface="Calibri (MS)"/>
              <a:ea typeface="Calibri (MS)"/>
              <a:cs typeface="Calibri (MS)"/>
              <a:sym typeface="Calibri (MS)"/>
            </a:endParaRPr>
          </a:p>
        </p:txBody>
      </p:sp>
      <p:sp>
        <p:nvSpPr>
          <p:cNvPr id="46" name="TextBox 46"/>
          <p:cNvSpPr txBox="1"/>
          <p:nvPr/>
        </p:nvSpPr>
        <p:spPr>
          <a:xfrm>
            <a:off x="10543375" y="5490515"/>
            <a:ext cx="4849025" cy="2949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281"/>
              </a:lnSpc>
            </a:pPr>
            <a:r>
              <a:rPr lang="en-US" sz="1629" dirty="0" err="1" smtClean="0">
                <a:solidFill>
                  <a:srgbClr val="A78BCA"/>
                </a:solidFill>
                <a:latin typeface="Calibri (MS)"/>
                <a:ea typeface="Calibri (MS)"/>
                <a:cs typeface="Calibri (MS)"/>
                <a:sym typeface="Calibri (MS)"/>
              </a:rPr>
              <a:t>Скажите</a:t>
            </a:r>
            <a:r>
              <a:rPr lang="ru-RU" sz="1629" dirty="0" smtClean="0">
                <a:solidFill>
                  <a:srgbClr val="A78BCA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1629" dirty="0" err="1" smtClean="0">
                <a:solidFill>
                  <a:srgbClr val="A78BCA"/>
                </a:solidFill>
                <a:latin typeface="Calibri (MS)"/>
                <a:ea typeface="Calibri (MS)"/>
                <a:cs typeface="Calibri (MS)"/>
                <a:sym typeface="Calibri (MS)"/>
              </a:rPr>
              <a:t>простыми</a:t>
            </a:r>
            <a:r>
              <a:rPr lang="ru-RU" sz="1629" dirty="0" smtClean="0">
                <a:solidFill>
                  <a:srgbClr val="A78BCA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1629" dirty="0" err="1" smtClean="0">
                <a:solidFill>
                  <a:srgbClr val="A78BCA"/>
                </a:solidFill>
                <a:latin typeface="Calibri (MS)"/>
                <a:ea typeface="Calibri (MS)"/>
                <a:cs typeface="Calibri (MS)"/>
                <a:sym typeface="Calibri (MS)"/>
              </a:rPr>
              <a:t>словами</a:t>
            </a:r>
            <a:r>
              <a:rPr lang="en-US" sz="1629" dirty="0">
                <a:solidFill>
                  <a:srgbClr val="A78BCA"/>
                </a:solidFill>
                <a:latin typeface="Calibri (MS)"/>
                <a:ea typeface="Calibri (MS)"/>
                <a:cs typeface="Calibri (MS)"/>
                <a:sym typeface="Calibri (MS)"/>
              </a:rPr>
              <a:t>, </a:t>
            </a:r>
            <a:r>
              <a:rPr lang="en-US" sz="1629" dirty="0" err="1">
                <a:solidFill>
                  <a:srgbClr val="A78BCA"/>
                </a:solidFill>
                <a:latin typeface="Calibri (MS)"/>
                <a:ea typeface="Calibri (MS)"/>
                <a:cs typeface="Calibri (MS)"/>
                <a:sym typeface="Calibri (MS)"/>
              </a:rPr>
              <a:t>что</a:t>
            </a:r>
            <a:r>
              <a:rPr lang="en-US" sz="1629" dirty="0">
                <a:solidFill>
                  <a:srgbClr val="A78BCA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1629" dirty="0" err="1">
                <a:solidFill>
                  <a:srgbClr val="A78BCA"/>
                </a:solidFill>
                <a:latin typeface="Calibri (MS)"/>
                <a:ea typeface="Calibri (MS)"/>
                <a:cs typeface="Calibri (MS)"/>
                <a:sym typeface="Calibri (MS)"/>
              </a:rPr>
              <a:t>поменять</a:t>
            </a:r>
            <a:endParaRPr lang="en-US" sz="1629" dirty="0">
              <a:solidFill>
                <a:srgbClr val="A78BCA"/>
              </a:solidFill>
              <a:latin typeface="Calibri (MS)"/>
              <a:ea typeface="Calibri (MS)"/>
              <a:cs typeface="Calibri (MS)"/>
              <a:sym typeface="Calibri (MS)"/>
            </a:endParaRPr>
          </a:p>
        </p:txBody>
      </p:sp>
      <p:sp>
        <p:nvSpPr>
          <p:cNvPr id="47" name="TextBox 47"/>
          <p:cNvSpPr txBox="1"/>
          <p:nvPr/>
        </p:nvSpPr>
        <p:spPr>
          <a:xfrm>
            <a:off x="10543375" y="4009187"/>
            <a:ext cx="4000277" cy="2949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81"/>
              </a:lnSpc>
            </a:pPr>
            <a:r>
              <a:rPr lang="en-US" sz="1629" dirty="0" err="1" smtClean="0">
                <a:solidFill>
                  <a:srgbClr val="A78BCA"/>
                </a:solidFill>
                <a:latin typeface="Calibri (MS)"/>
                <a:ea typeface="Calibri (MS)"/>
                <a:cs typeface="Calibri (MS)"/>
                <a:sym typeface="Calibri (MS)"/>
              </a:rPr>
              <a:t>Откройте</a:t>
            </a:r>
            <a:r>
              <a:rPr lang="ru-RU" sz="1629" dirty="0">
                <a:solidFill>
                  <a:srgbClr val="A78BCA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ru-RU" sz="1629" dirty="0" smtClean="0">
                <a:solidFill>
                  <a:srgbClr val="A78BCA"/>
                </a:solidFill>
                <a:latin typeface="Calibri (MS)"/>
                <a:ea typeface="Calibri (MS)"/>
                <a:cs typeface="Calibri (MS)"/>
                <a:sym typeface="Calibri (MS)"/>
              </a:rPr>
              <a:t>и  </a:t>
            </a:r>
            <a:r>
              <a:rPr lang="en-US" sz="1629" dirty="0" err="1" smtClean="0">
                <a:solidFill>
                  <a:srgbClr val="A78BCA"/>
                </a:solidFill>
                <a:latin typeface="Calibri (MS)"/>
                <a:ea typeface="Calibri (MS)"/>
                <a:cs typeface="Calibri (MS)"/>
                <a:sym typeface="Calibri (MS)"/>
              </a:rPr>
              <a:t>проверьте</a:t>
            </a:r>
            <a:endParaRPr lang="en-US" sz="1629" dirty="0">
              <a:solidFill>
                <a:srgbClr val="A78BCA"/>
              </a:solidFill>
              <a:latin typeface="Calibri (MS)"/>
              <a:ea typeface="Calibri (MS)"/>
              <a:cs typeface="Calibri (MS)"/>
              <a:sym typeface="Calibri (MS)"/>
            </a:endParaRPr>
          </a:p>
        </p:txBody>
      </p:sp>
      <p:sp>
        <p:nvSpPr>
          <p:cNvPr id="48" name="TextBox 48"/>
          <p:cNvSpPr txBox="1"/>
          <p:nvPr/>
        </p:nvSpPr>
        <p:spPr>
          <a:xfrm>
            <a:off x="10543374" y="6971843"/>
            <a:ext cx="5153825" cy="2949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281"/>
              </a:lnSpc>
            </a:pPr>
            <a:r>
              <a:rPr lang="en-US" sz="1629" dirty="0" err="1" smtClean="0">
                <a:solidFill>
                  <a:srgbClr val="A78BCA"/>
                </a:solidFill>
                <a:latin typeface="Calibri (MS)"/>
                <a:ea typeface="Calibri (MS)"/>
                <a:cs typeface="Calibri (MS)"/>
                <a:sym typeface="Calibri (MS)"/>
              </a:rPr>
              <a:t>Соберите</a:t>
            </a:r>
            <a:r>
              <a:rPr lang="ru-RU" sz="1629" dirty="0" smtClean="0">
                <a:solidFill>
                  <a:srgbClr val="A78BCA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1629" dirty="0" err="1" smtClean="0">
                <a:solidFill>
                  <a:srgbClr val="A78BCA"/>
                </a:solidFill>
                <a:latin typeface="Calibri (MS)"/>
                <a:ea typeface="Calibri (MS)"/>
                <a:cs typeface="Calibri (MS)"/>
                <a:sym typeface="Calibri (MS)"/>
              </a:rPr>
              <a:t>обратную</a:t>
            </a:r>
            <a:r>
              <a:rPr lang="ru-RU" sz="1629" dirty="0" smtClean="0">
                <a:solidFill>
                  <a:srgbClr val="A78BCA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1629" dirty="0" err="1" smtClean="0">
                <a:solidFill>
                  <a:srgbClr val="A78BCA"/>
                </a:solidFill>
                <a:latin typeface="Calibri (MS)"/>
                <a:ea typeface="Calibri (MS)"/>
                <a:cs typeface="Calibri (MS)"/>
                <a:sym typeface="Calibri (MS)"/>
              </a:rPr>
              <a:t>связь</a:t>
            </a:r>
            <a:r>
              <a:rPr lang="en-US" sz="1629" dirty="0" smtClean="0">
                <a:solidFill>
                  <a:srgbClr val="A78BCA"/>
                </a:solidFill>
                <a:latin typeface="Calibri (MS)"/>
                <a:ea typeface="Calibri (MS)"/>
                <a:cs typeface="Calibri (MS)"/>
                <a:sym typeface="Calibri (MS)"/>
              </a:rPr>
              <a:t>—</a:t>
            </a:r>
            <a:r>
              <a:rPr lang="en-US" sz="1629" dirty="0" err="1" smtClean="0">
                <a:solidFill>
                  <a:srgbClr val="A78BCA"/>
                </a:solidFill>
                <a:latin typeface="Calibri (MS)"/>
                <a:ea typeface="Calibri (MS)"/>
                <a:cs typeface="Calibri (MS)"/>
                <a:sym typeface="Calibri (MS)"/>
              </a:rPr>
              <a:t>это</a:t>
            </a:r>
            <a:r>
              <a:rPr lang="en-US" sz="1629" dirty="0" smtClean="0">
                <a:solidFill>
                  <a:srgbClr val="A78BCA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1629" dirty="0" err="1">
                <a:solidFill>
                  <a:srgbClr val="A78BCA"/>
                </a:solidFill>
                <a:latin typeface="Calibri (MS)"/>
                <a:ea typeface="Calibri (MS)"/>
                <a:cs typeface="Calibri (MS)"/>
                <a:sym typeface="Calibri (MS)"/>
              </a:rPr>
              <a:t>часть</a:t>
            </a:r>
            <a:r>
              <a:rPr lang="en-US" sz="1629" dirty="0">
                <a:solidFill>
                  <a:srgbClr val="A78BCA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1629" dirty="0" err="1">
                <a:solidFill>
                  <a:srgbClr val="A78BCA"/>
                </a:solidFill>
                <a:latin typeface="Calibri (MS)"/>
                <a:ea typeface="Calibri (MS)"/>
                <a:cs typeface="Calibri (MS)"/>
                <a:sym typeface="Calibri (MS)"/>
              </a:rPr>
              <a:t>процесса</a:t>
            </a:r>
            <a:endParaRPr lang="en-US" sz="1629" dirty="0">
              <a:solidFill>
                <a:srgbClr val="A78BCA"/>
              </a:solidFill>
              <a:latin typeface="Calibri (MS)"/>
              <a:ea typeface="Calibri (MS)"/>
              <a:cs typeface="Calibri (MS)"/>
              <a:sym typeface="Calibri (MS)"/>
            </a:endParaRPr>
          </a:p>
        </p:txBody>
      </p:sp>
      <p:grpSp>
        <p:nvGrpSpPr>
          <p:cNvPr id="49" name="Group 49"/>
          <p:cNvGrpSpPr/>
          <p:nvPr/>
        </p:nvGrpSpPr>
        <p:grpSpPr>
          <a:xfrm>
            <a:off x="974408" y="9436608"/>
            <a:ext cx="411480" cy="411480"/>
            <a:chOff x="0" y="0"/>
            <a:chExt cx="365760" cy="365760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365760" cy="365760"/>
            </a:xfrm>
            <a:custGeom>
              <a:avLst/>
              <a:gdLst/>
              <a:ahLst/>
              <a:cxnLst/>
              <a:rect l="l" t="t" r="r" b="b"/>
              <a:pathLst>
                <a:path w="365760" h="365760">
                  <a:moveTo>
                    <a:pt x="0" y="0"/>
                  </a:moveTo>
                  <a:lnTo>
                    <a:pt x="365760" y="0"/>
                  </a:lnTo>
                  <a:lnTo>
                    <a:pt x="365760" y="365760"/>
                  </a:lnTo>
                  <a:lnTo>
                    <a:pt x="0" y="3657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/>
              </a:stretch>
            </a:blipFill>
          </p:spPr>
        </p:sp>
      </p:grpSp>
      <p:sp>
        <p:nvSpPr>
          <p:cNvPr id="51" name="TextBox 51"/>
          <p:cNvSpPr txBox="1"/>
          <p:nvPr/>
        </p:nvSpPr>
        <p:spPr>
          <a:xfrm>
            <a:off x="1440752" y="9550079"/>
            <a:ext cx="586457" cy="3015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81"/>
              </a:lnSpc>
            </a:pPr>
            <a:r>
              <a:rPr lang="en-US" sz="1629">
                <a:solidFill>
                  <a:srgbClr val="A78BCA"/>
                </a:solidFill>
                <a:latin typeface="Calibri (MS)"/>
                <a:ea typeface="Calibri (MS)"/>
                <a:cs typeface="Calibri (MS)"/>
                <a:sym typeface="Calibri (MS)"/>
              </a:rPr>
              <a:t>Vibe42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7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902" y="0"/>
            <a:ext cx="18269712" cy="10287000"/>
            <a:chOff x="0" y="0"/>
            <a:chExt cx="101494171" cy="57150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1494177" cy="57150000"/>
            </a:xfrm>
            <a:custGeom>
              <a:avLst/>
              <a:gdLst/>
              <a:ahLst/>
              <a:cxnLst/>
              <a:rect l="l" t="t" r="r" b="b"/>
              <a:pathLst>
                <a:path w="101494177" h="57150000">
                  <a:moveTo>
                    <a:pt x="101494177" y="0"/>
                  </a:moveTo>
                  <a:lnTo>
                    <a:pt x="101494177" y="57150000"/>
                  </a:lnTo>
                  <a:lnTo>
                    <a:pt x="0" y="57150000"/>
                  </a:lnTo>
                  <a:lnTo>
                    <a:pt x="0" y="0"/>
                  </a:lnTo>
                  <a:lnTo>
                    <a:pt x="101494177" y="0"/>
                  </a:lnTo>
                  <a:close/>
                </a:path>
              </a:pathLst>
            </a:custGeom>
            <a:solidFill>
              <a:srgbClr val="1E0D3A"/>
            </a:solidFill>
          </p:spPr>
        </p:sp>
      </p:grpSp>
      <p:sp>
        <p:nvSpPr>
          <p:cNvPr id="4" name="Freeform 4"/>
          <p:cNvSpPr/>
          <p:nvPr/>
        </p:nvSpPr>
        <p:spPr>
          <a:xfrm>
            <a:off x="11992470" y="-3017520"/>
            <a:ext cx="8229600" cy="8229600"/>
          </a:xfrm>
          <a:custGeom>
            <a:avLst/>
            <a:gdLst/>
            <a:ahLst/>
            <a:cxnLst/>
            <a:rect l="l" t="t" r="r" b="b"/>
            <a:pathLst>
              <a:path w="8229600" h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964006" y="3350133"/>
            <a:ext cx="7998714" cy="1323594"/>
          </a:xfrm>
          <a:custGeom>
            <a:avLst/>
            <a:gdLst/>
            <a:ahLst/>
            <a:cxnLst/>
            <a:rect l="l" t="t" r="r" b="b"/>
            <a:pathLst>
              <a:path w="7998714" h="1323594">
                <a:moveTo>
                  <a:pt x="0" y="0"/>
                </a:moveTo>
                <a:lnTo>
                  <a:pt x="7998714" y="0"/>
                </a:lnTo>
                <a:lnTo>
                  <a:pt x="7998714" y="1323594"/>
                </a:lnTo>
                <a:lnTo>
                  <a:pt x="0" y="132359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9353398" y="3350133"/>
            <a:ext cx="7998714" cy="1323594"/>
          </a:xfrm>
          <a:custGeom>
            <a:avLst/>
            <a:gdLst/>
            <a:ahLst/>
            <a:cxnLst/>
            <a:rect l="l" t="t" r="r" b="b"/>
            <a:pathLst>
              <a:path w="7998714" h="1323594">
                <a:moveTo>
                  <a:pt x="0" y="0"/>
                </a:moveTo>
                <a:lnTo>
                  <a:pt x="7998714" y="0"/>
                </a:lnTo>
                <a:lnTo>
                  <a:pt x="7998714" y="1323594"/>
                </a:lnTo>
                <a:lnTo>
                  <a:pt x="0" y="132359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964006" y="4927473"/>
            <a:ext cx="7998714" cy="1323594"/>
          </a:xfrm>
          <a:custGeom>
            <a:avLst/>
            <a:gdLst/>
            <a:ahLst/>
            <a:cxnLst/>
            <a:rect l="l" t="t" r="r" b="b"/>
            <a:pathLst>
              <a:path w="7998714" h="1323594">
                <a:moveTo>
                  <a:pt x="0" y="0"/>
                </a:moveTo>
                <a:lnTo>
                  <a:pt x="7998714" y="0"/>
                </a:lnTo>
                <a:lnTo>
                  <a:pt x="7998714" y="1323594"/>
                </a:lnTo>
                <a:lnTo>
                  <a:pt x="0" y="132359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9353398" y="4927473"/>
            <a:ext cx="7998714" cy="1323594"/>
          </a:xfrm>
          <a:custGeom>
            <a:avLst/>
            <a:gdLst/>
            <a:ahLst/>
            <a:cxnLst/>
            <a:rect l="l" t="t" r="r" b="b"/>
            <a:pathLst>
              <a:path w="7998714" h="1323594">
                <a:moveTo>
                  <a:pt x="0" y="0"/>
                </a:moveTo>
                <a:lnTo>
                  <a:pt x="7998714" y="0"/>
                </a:lnTo>
                <a:lnTo>
                  <a:pt x="7998714" y="1323594"/>
                </a:lnTo>
                <a:lnTo>
                  <a:pt x="0" y="132359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964006" y="6504813"/>
            <a:ext cx="7998714" cy="1323594"/>
          </a:xfrm>
          <a:custGeom>
            <a:avLst/>
            <a:gdLst/>
            <a:ahLst/>
            <a:cxnLst/>
            <a:rect l="l" t="t" r="r" b="b"/>
            <a:pathLst>
              <a:path w="7998714" h="1323594">
                <a:moveTo>
                  <a:pt x="0" y="0"/>
                </a:moveTo>
                <a:lnTo>
                  <a:pt x="7998714" y="0"/>
                </a:lnTo>
                <a:lnTo>
                  <a:pt x="7998714" y="1323594"/>
                </a:lnTo>
                <a:lnTo>
                  <a:pt x="0" y="132359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9408939" y="6515786"/>
            <a:ext cx="7998714" cy="1323594"/>
          </a:xfrm>
          <a:custGeom>
            <a:avLst/>
            <a:gdLst/>
            <a:ahLst/>
            <a:cxnLst/>
            <a:rect l="l" t="t" r="r" b="b"/>
            <a:pathLst>
              <a:path w="7998714" h="1323594">
                <a:moveTo>
                  <a:pt x="0" y="0"/>
                </a:moveTo>
                <a:lnTo>
                  <a:pt x="7998714" y="0"/>
                </a:lnTo>
                <a:lnTo>
                  <a:pt x="7998714" y="1323594"/>
                </a:lnTo>
                <a:lnTo>
                  <a:pt x="0" y="132359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=""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974408" y="989314"/>
            <a:ext cx="645170" cy="3221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56"/>
              </a:lnSpc>
            </a:pPr>
            <a:r>
              <a:rPr lang="en-US" sz="1754" b="1">
                <a:solidFill>
                  <a:srgbClr val="A855F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ШАГ 1 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204876" y="989314"/>
            <a:ext cx="1533897" cy="3221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56"/>
              </a:lnSpc>
            </a:pPr>
            <a:r>
              <a:rPr lang="en-US" sz="1754" b="1">
                <a:solidFill>
                  <a:srgbClr val="A855F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ЧЕГО ИЗБЕГАТЬ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084218" y="989314"/>
            <a:ext cx="59829" cy="3221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56"/>
              </a:lnSpc>
            </a:pPr>
            <a:r>
              <a:rPr lang="en-US" sz="1754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·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74407" y="1695607"/>
            <a:ext cx="4684068" cy="9124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70"/>
              </a:lnSpc>
            </a:pPr>
            <a:r>
              <a:rPr lang="en-US" sz="4764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Ошибки в промте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570682" y="3700401"/>
            <a:ext cx="273248" cy="495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85"/>
              </a:lnSpc>
            </a:pPr>
            <a:r>
              <a:rPr lang="en-US" sz="2632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✕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570682" y="5277741"/>
            <a:ext cx="273248" cy="495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85"/>
              </a:lnSpc>
            </a:pPr>
            <a:r>
              <a:rPr lang="en-US" sz="2632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✕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570682" y="6855081"/>
            <a:ext cx="273248" cy="495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85"/>
              </a:lnSpc>
            </a:pPr>
            <a:r>
              <a:rPr lang="en-US" sz="2632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✕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960073" y="3700401"/>
            <a:ext cx="273248" cy="495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85"/>
              </a:lnSpc>
            </a:pPr>
            <a:r>
              <a:rPr lang="en-US" sz="2632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✕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960073" y="5277741"/>
            <a:ext cx="273248" cy="495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85"/>
              </a:lnSpc>
            </a:pPr>
            <a:r>
              <a:rPr lang="en-US" sz="2632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✕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208848" y="5262524"/>
            <a:ext cx="5563552" cy="3334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627"/>
              </a:lnSpc>
            </a:pPr>
            <a:r>
              <a:rPr lang="en-US" sz="3200" b="1" dirty="0" err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Нет</a:t>
            </a:r>
            <a:r>
              <a:rPr lang="en-US" sz="3200" b="1" dirty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sz="3200" b="1" dirty="0" err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структуры</a:t>
            </a:r>
            <a:endParaRPr lang="en-US" sz="3200" b="1" dirty="0">
              <a:solidFill>
                <a:srgbClr val="FFFFFF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2579980" y="5600243"/>
            <a:ext cx="46881" cy="3015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81"/>
              </a:lnSpc>
            </a:pPr>
            <a:r>
              <a:rPr lang="en-US" sz="1629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194560" y="6858000"/>
            <a:ext cx="5520694" cy="3584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627"/>
              </a:lnSpc>
            </a:pPr>
            <a:r>
              <a:rPr lang="en-US" sz="3200" b="1" dirty="0" err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Не</a:t>
            </a:r>
            <a:r>
              <a:rPr lang="en-US" sz="3200" b="1" dirty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sz="3200" b="1" dirty="0" err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проверяете</a:t>
            </a:r>
            <a:r>
              <a:rPr lang="en-US" sz="3200" b="1" dirty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sz="3200" b="1" dirty="0" err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результат</a:t>
            </a:r>
            <a:endParaRPr lang="en-US" sz="3200" b="1" dirty="0">
              <a:solidFill>
                <a:srgbClr val="FFFFFF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2579980" y="7177583"/>
            <a:ext cx="46881" cy="3015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81"/>
              </a:lnSpc>
            </a:pPr>
            <a:r>
              <a:rPr lang="en-US" sz="1629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208846" y="3685184"/>
            <a:ext cx="4725353" cy="3334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627"/>
              </a:lnSpc>
            </a:pPr>
            <a:r>
              <a:rPr lang="en-US" sz="3200" b="1" dirty="0" err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Слишком</a:t>
            </a:r>
            <a:r>
              <a:rPr lang="en-US" sz="3200" b="1" dirty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sz="3200" b="1" dirty="0" err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короткий</a:t>
            </a:r>
            <a:r>
              <a:rPr lang="en-US" sz="3200" b="1" dirty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sz="3200" b="1" dirty="0" err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запрос</a:t>
            </a:r>
            <a:endParaRPr lang="en-US" sz="3200" b="1" dirty="0">
              <a:solidFill>
                <a:srgbClr val="FFFFFF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2579980" y="4022903"/>
            <a:ext cx="46881" cy="3015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81"/>
              </a:lnSpc>
            </a:pPr>
            <a:r>
              <a:rPr lang="en-US" sz="1629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598239" y="3685184"/>
            <a:ext cx="4589657" cy="3334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627"/>
              </a:lnSpc>
            </a:pPr>
            <a:r>
              <a:rPr lang="en-US" sz="3200" b="1" dirty="0" err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Нет</a:t>
            </a:r>
            <a:r>
              <a:rPr lang="en-US" sz="3200" b="1" dirty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sz="3200" b="1" dirty="0" err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описания</a:t>
            </a:r>
            <a:r>
              <a:rPr lang="en-US" sz="3200" b="1" dirty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sz="3200" b="1" dirty="0" err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аудитории</a:t>
            </a:r>
            <a:endParaRPr lang="en-US" sz="3200" b="1" dirty="0">
              <a:solidFill>
                <a:srgbClr val="FFFFFF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10969371" y="4022903"/>
            <a:ext cx="46881" cy="3015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81"/>
              </a:lnSpc>
            </a:pPr>
            <a:r>
              <a:rPr lang="en-US" sz="1629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598239" y="5262524"/>
            <a:ext cx="6359388" cy="3334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627"/>
              </a:lnSpc>
            </a:pPr>
            <a:r>
              <a:rPr lang="en-US" sz="3200" b="1" dirty="0" err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Ждёте</a:t>
            </a:r>
            <a:r>
              <a:rPr lang="en-US" sz="3200" b="1" dirty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sz="3200" b="1" dirty="0" err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идеал</a:t>
            </a:r>
            <a:r>
              <a:rPr lang="en-US" sz="3200" b="1" dirty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с </a:t>
            </a:r>
            <a:r>
              <a:rPr lang="en-US" sz="3200" b="1" dirty="0" err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первого</a:t>
            </a:r>
            <a:r>
              <a:rPr lang="en-US" sz="3200" b="1" dirty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sz="3200" b="1" dirty="0" err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раза</a:t>
            </a:r>
            <a:endParaRPr lang="en-US" sz="3200" b="1" dirty="0">
              <a:solidFill>
                <a:srgbClr val="FFFFFF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10969371" y="5600243"/>
            <a:ext cx="46881" cy="3015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81"/>
              </a:lnSpc>
            </a:pPr>
            <a:r>
              <a:rPr lang="en-US" sz="1629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180154" y="6791243"/>
            <a:ext cx="6683921" cy="6668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627"/>
              </a:lnSpc>
            </a:pPr>
            <a:r>
              <a:rPr lang="en-US" sz="3200" b="1" dirty="0" err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Зная</a:t>
            </a:r>
            <a:r>
              <a:rPr lang="en-US" sz="3200" b="1" dirty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sz="3200" b="1" dirty="0" err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эти</a:t>
            </a:r>
            <a:r>
              <a:rPr lang="en-US" sz="3200" b="1" dirty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sz="3200" b="1" dirty="0" err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грабли</a:t>
            </a:r>
            <a:r>
              <a:rPr lang="en-US" sz="3200" b="1" dirty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sz="3200" b="1" dirty="0" err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заранее</a:t>
            </a:r>
            <a:r>
              <a:rPr lang="en-US" sz="3200" b="1" dirty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, </a:t>
            </a:r>
            <a:r>
              <a:rPr lang="en-US" sz="3200" b="1" dirty="0" err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вы</a:t>
            </a:r>
            <a:r>
              <a:rPr lang="en-US" sz="3200" b="1" dirty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sz="3200" b="1" dirty="0" err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экономите</a:t>
            </a:r>
            <a:r>
              <a:rPr lang="en-US" sz="3200" b="1" dirty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sz="3200" b="1" dirty="0" err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несколько</a:t>
            </a:r>
            <a:r>
              <a:rPr lang="en-US" sz="3200" b="1" dirty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sz="3200" b="1" dirty="0" err="1" smtClean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часов</a:t>
            </a:r>
            <a:endParaRPr lang="en-US" sz="3200" b="1" dirty="0">
              <a:solidFill>
                <a:srgbClr val="FFFFFF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2208847" y="5686747"/>
            <a:ext cx="5889183" cy="2949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281"/>
              </a:lnSpc>
            </a:pPr>
            <a:r>
              <a:rPr lang="en-US" sz="1629" b="1" dirty="0" err="1" smtClean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Как</a:t>
            </a:r>
            <a:r>
              <a:rPr lang="ru-RU" sz="1629" b="1" dirty="0" smtClean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sz="1629" b="1" dirty="0" err="1" smtClean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правильно</a:t>
            </a:r>
            <a:r>
              <a:rPr lang="en-US" sz="1629" b="1" dirty="0" smtClean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:</a:t>
            </a:r>
            <a:r>
              <a:rPr lang="ru-RU" sz="1629" b="1" dirty="0" smtClean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sz="1629" b="1" dirty="0" err="1" smtClean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Перечислите</a:t>
            </a:r>
            <a:r>
              <a:rPr lang="en-US" sz="1629" b="1" dirty="0" smtClean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sz="1629" b="1" dirty="0" err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блоки</a:t>
            </a:r>
            <a:r>
              <a:rPr lang="en-US" sz="1629" b="1" dirty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sz="1629" b="1" dirty="0" err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списком</a:t>
            </a:r>
            <a:r>
              <a:rPr lang="en-US" sz="1629" b="1" dirty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: 1, 2, 3…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2208847" y="4076700"/>
            <a:ext cx="5812771" cy="2949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281"/>
              </a:lnSpc>
            </a:pPr>
            <a:r>
              <a:rPr lang="en-US" sz="1629" b="1" dirty="0" err="1" smtClean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Как</a:t>
            </a:r>
            <a:r>
              <a:rPr lang="ru-RU" sz="1629" b="1" dirty="0" smtClean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sz="1629" b="1" dirty="0" err="1" smtClean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правильно</a:t>
            </a:r>
            <a:r>
              <a:rPr lang="en-US" sz="1629" b="1" dirty="0" smtClean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:</a:t>
            </a:r>
            <a:r>
              <a:rPr lang="ru-RU" sz="1629" b="1" dirty="0" smtClean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sz="1629" b="1" dirty="0" err="1" smtClean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Добавьте</a:t>
            </a:r>
            <a:r>
              <a:rPr lang="ru-RU" sz="1629" b="1" dirty="0" smtClean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sz="1629" b="1" dirty="0" err="1" smtClean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тему</a:t>
            </a:r>
            <a:r>
              <a:rPr lang="en-US" sz="1629" b="1" dirty="0" smtClean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,</a:t>
            </a:r>
            <a:r>
              <a:rPr lang="ru-RU" sz="1629" b="1" dirty="0" smtClean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sz="1629" b="1" dirty="0" err="1" smtClean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аудиторию</a:t>
            </a:r>
            <a:r>
              <a:rPr lang="en-US" sz="1629" b="1" dirty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, </a:t>
            </a:r>
            <a:r>
              <a:rPr lang="en-US" sz="1629" b="1" dirty="0" err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блоки</a:t>
            </a:r>
            <a:r>
              <a:rPr lang="en-US" sz="1629" b="1" dirty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и </a:t>
            </a:r>
            <a:r>
              <a:rPr lang="en-US" sz="1629" b="1" dirty="0" err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цель</a:t>
            </a:r>
            <a:endParaRPr lang="en-US" sz="1629" b="1" dirty="0">
              <a:solidFill>
                <a:srgbClr val="FFFFFF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2208848" y="7286947"/>
            <a:ext cx="5057998" cy="2949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81"/>
              </a:lnSpc>
            </a:pPr>
            <a:r>
              <a:rPr lang="en-US" sz="1629" b="1" dirty="0" err="1" smtClean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Как</a:t>
            </a:r>
            <a:r>
              <a:rPr lang="ru-RU" sz="1629" b="1" dirty="0" smtClean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sz="1629" b="1" dirty="0" err="1" smtClean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правильно</a:t>
            </a:r>
            <a:r>
              <a:rPr lang="en-US" sz="1629" b="1" dirty="0" smtClean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:</a:t>
            </a:r>
            <a:r>
              <a:rPr lang="ru-RU" sz="1629" b="1" dirty="0" smtClean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sz="1629" b="1" dirty="0" err="1" smtClean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Откройте</a:t>
            </a:r>
            <a:r>
              <a:rPr lang="ru-RU" sz="1629" b="1" dirty="0" smtClean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и </a:t>
            </a:r>
            <a:r>
              <a:rPr lang="en-US" sz="1629" b="1" dirty="0" smtClean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sz="1629" b="1" dirty="0" err="1" smtClean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прочитайте</a:t>
            </a:r>
            <a:endParaRPr lang="en-US" sz="1629" b="1" dirty="0">
              <a:solidFill>
                <a:srgbClr val="FFFFFF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10598239" y="4086547"/>
            <a:ext cx="6359388" cy="2949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281"/>
              </a:lnSpc>
            </a:pPr>
            <a:r>
              <a:rPr lang="en-US" sz="1629" b="1" dirty="0" err="1" smtClean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Как</a:t>
            </a:r>
            <a:r>
              <a:rPr lang="ru-RU" sz="1629" b="1" dirty="0" smtClean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sz="1629" b="1" dirty="0" err="1" smtClean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правильно</a:t>
            </a:r>
            <a:r>
              <a:rPr lang="en-US" sz="1629" b="1" dirty="0" smtClean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:</a:t>
            </a:r>
            <a:r>
              <a:rPr lang="ru-RU" sz="1629" b="1" dirty="0" smtClean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sz="1629" b="1" dirty="0" err="1" smtClean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Укажите</a:t>
            </a:r>
            <a:r>
              <a:rPr lang="en-US" sz="1629" b="1" dirty="0" smtClean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,</a:t>
            </a:r>
            <a:r>
              <a:rPr lang="ru-RU" sz="1629" b="1" dirty="0" smtClean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sz="1629" b="1" dirty="0" err="1" smtClean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для</a:t>
            </a:r>
            <a:r>
              <a:rPr lang="ru-RU" sz="1629" b="1" dirty="0" smtClean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sz="1629" b="1" dirty="0" err="1" smtClean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кого</a:t>
            </a:r>
            <a:r>
              <a:rPr lang="en-US" sz="1629" b="1" dirty="0" smtClean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sz="1629" b="1" dirty="0" err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именно</a:t>
            </a:r>
            <a:r>
              <a:rPr lang="en-US" sz="1629" b="1" dirty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sz="1629" b="1" dirty="0" err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вы</a:t>
            </a:r>
            <a:r>
              <a:rPr lang="en-US" sz="1629" b="1" dirty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sz="1629" b="1" dirty="0" err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это</a:t>
            </a:r>
            <a:r>
              <a:rPr lang="en-US" sz="1629" b="1" dirty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sz="1629" b="1" dirty="0" err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делаете</a:t>
            </a:r>
            <a:endParaRPr lang="en-US" sz="1629" b="1" dirty="0">
              <a:solidFill>
                <a:srgbClr val="FFFFFF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10598239" y="5762947"/>
            <a:ext cx="6359388" cy="2949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281"/>
              </a:lnSpc>
            </a:pPr>
            <a:r>
              <a:rPr lang="en-US" sz="1629" b="1" dirty="0" err="1" smtClean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Как</a:t>
            </a:r>
            <a:r>
              <a:rPr lang="ru-RU" sz="1629" b="1" dirty="0" smtClean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sz="1629" b="1" dirty="0" err="1" smtClean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правильно</a:t>
            </a:r>
            <a:r>
              <a:rPr lang="en-US" sz="1629" b="1" dirty="0" smtClean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:</a:t>
            </a:r>
            <a:r>
              <a:rPr lang="ru-RU" sz="1629" b="1" dirty="0" smtClean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sz="1629" b="1" dirty="0" err="1" smtClean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Первый</a:t>
            </a:r>
            <a:r>
              <a:rPr lang="ru-RU" sz="1629" b="1" dirty="0" smtClean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sz="1629" b="1" dirty="0" err="1" smtClean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вариант</a:t>
            </a:r>
            <a:r>
              <a:rPr lang="en-US" sz="1629" b="1" dirty="0" smtClean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—</a:t>
            </a:r>
            <a:r>
              <a:rPr lang="en-US" sz="1629" b="1" dirty="0" err="1" smtClean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черновик</a:t>
            </a:r>
            <a:r>
              <a:rPr lang="en-US" sz="1629" b="1" dirty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, </a:t>
            </a:r>
            <a:r>
              <a:rPr lang="en-US" sz="1629" b="1" dirty="0" err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это</a:t>
            </a:r>
            <a:r>
              <a:rPr lang="en-US" sz="1629" b="1" dirty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sz="1629" b="1" dirty="0" err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нормально</a:t>
            </a:r>
            <a:endParaRPr lang="en-US" sz="1629" b="1" dirty="0">
              <a:solidFill>
                <a:srgbClr val="FFFFFF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</p:txBody>
      </p:sp>
      <p:grpSp>
        <p:nvGrpSpPr>
          <p:cNvPr id="36" name="Group 36"/>
          <p:cNvGrpSpPr/>
          <p:nvPr/>
        </p:nvGrpSpPr>
        <p:grpSpPr>
          <a:xfrm>
            <a:off x="974408" y="9436608"/>
            <a:ext cx="411480" cy="411480"/>
            <a:chOff x="0" y="0"/>
            <a:chExt cx="365760" cy="36576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365760" cy="365760"/>
            </a:xfrm>
            <a:custGeom>
              <a:avLst/>
              <a:gdLst/>
              <a:ahLst/>
              <a:cxnLst/>
              <a:rect l="l" t="t" r="r" b="b"/>
              <a:pathLst>
                <a:path w="365760" h="365760">
                  <a:moveTo>
                    <a:pt x="0" y="0"/>
                  </a:moveTo>
                  <a:lnTo>
                    <a:pt x="365760" y="0"/>
                  </a:lnTo>
                  <a:lnTo>
                    <a:pt x="365760" y="365760"/>
                  </a:lnTo>
                  <a:lnTo>
                    <a:pt x="0" y="3657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/>
              </a:stretch>
            </a:blipFill>
          </p:spPr>
        </p:sp>
      </p:grpSp>
      <p:sp>
        <p:nvSpPr>
          <p:cNvPr id="38" name="TextBox 38"/>
          <p:cNvSpPr txBox="1"/>
          <p:nvPr/>
        </p:nvSpPr>
        <p:spPr>
          <a:xfrm>
            <a:off x="1440752" y="9550079"/>
            <a:ext cx="598289" cy="3015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81"/>
              </a:lnSpc>
            </a:pPr>
            <a:r>
              <a:rPr lang="en-US" sz="1629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Vibe42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7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902" y="0"/>
            <a:ext cx="18269712" cy="10287000"/>
            <a:chOff x="0" y="0"/>
            <a:chExt cx="101494171" cy="57150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1494177" cy="57150000"/>
            </a:xfrm>
            <a:custGeom>
              <a:avLst/>
              <a:gdLst/>
              <a:ahLst/>
              <a:cxnLst/>
              <a:rect l="l" t="t" r="r" b="b"/>
              <a:pathLst>
                <a:path w="101494177" h="57150000">
                  <a:moveTo>
                    <a:pt x="101494177" y="0"/>
                  </a:moveTo>
                  <a:lnTo>
                    <a:pt x="101494177" y="57150000"/>
                  </a:lnTo>
                  <a:lnTo>
                    <a:pt x="0" y="57150000"/>
                  </a:lnTo>
                  <a:lnTo>
                    <a:pt x="0" y="0"/>
                  </a:lnTo>
                  <a:lnTo>
                    <a:pt x="101494177" y="0"/>
                  </a:lnTo>
                  <a:close/>
                </a:path>
              </a:pathLst>
            </a:custGeom>
            <a:solidFill>
              <a:srgbClr val="1E0D3A"/>
            </a:solidFill>
          </p:spPr>
        </p:sp>
      </p:grpSp>
      <p:sp>
        <p:nvSpPr>
          <p:cNvPr id="4" name="Freeform 4"/>
          <p:cNvSpPr/>
          <p:nvPr/>
        </p:nvSpPr>
        <p:spPr>
          <a:xfrm>
            <a:off x="11992470" y="-3017520"/>
            <a:ext cx="8229600" cy="8229600"/>
          </a:xfrm>
          <a:custGeom>
            <a:avLst/>
            <a:gdLst/>
            <a:ahLst/>
            <a:cxnLst/>
            <a:rect l="l" t="t" r="r" b="b"/>
            <a:pathLst>
              <a:path w="8229600" h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964120" y="4821174"/>
            <a:ext cx="7838694" cy="1145286"/>
          </a:xfrm>
          <a:custGeom>
            <a:avLst/>
            <a:gdLst/>
            <a:ahLst/>
            <a:cxnLst/>
            <a:rect l="l" t="t" r="r" b="b"/>
            <a:pathLst>
              <a:path w="7838694" h="1145286">
                <a:moveTo>
                  <a:pt x="0" y="0"/>
                </a:moveTo>
                <a:lnTo>
                  <a:pt x="7838694" y="0"/>
                </a:lnTo>
                <a:lnTo>
                  <a:pt x="7838694" y="1145286"/>
                </a:lnTo>
                <a:lnTo>
                  <a:pt x="0" y="11452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1358456" y="5146929"/>
            <a:ext cx="493776" cy="493776"/>
            <a:chOff x="0" y="0"/>
            <a:chExt cx="438912" cy="43891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38912" cy="438912"/>
            </a:xfrm>
            <a:custGeom>
              <a:avLst/>
              <a:gdLst/>
              <a:ahLst/>
              <a:cxnLst/>
              <a:rect l="l" t="t" r="r" b="b"/>
              <a:pathLst>
                <a:path w="438912" h="438912">
                  <a:moveTo>
                    <a:pt x="0" y="0"/>
                  </a:moveTo>
                  <a:lnTo>
                    <a:pt x="438912" y="0"/>
                  </a:lnTo>
                  <a:lnTo>
                    <a:pt x="438912" y="438912"/>
                  </a:lnTo>
                  <a:lnTo>
                    <a:pt x="0" y="4389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sp>
        <p:nvSpPr>
          <p:cNvPr id="8" name="Freeform 8"/>
          <p:cNvSpPr/>
          <p:nvPr/>
        </p:nvSpPr>
        <p:spPr>
          <a:xfrm>
            <a:off x="964120" y="6124194"/>
            <a:ext cx="7838694" cy="1145286"/>
          </a:xfrm>
          <a:custGeom>
            <a:avLst/>
            <a:gdLst/>
            <a:ahLst/>
            <a:cxnLst/>
            <a:rect l="l" t="t" r="r" b="b"/>
            <a:pathLst>
              <a:path w="7838694" h="1145286">
                <a:moveTo>
                  <a:pt x="0" y="0"/>
                </a:moveTo>
                <a:lnTo>
                  <a:pt x="7838694" y="0"/>
                </a:lnTo>
                <a:lnTo>
                  <a:pt x="7838694" y="1145286"/>
                </a:lnTo>
                <a:lnTo>
                  <a:pt x="0" y="11452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1358456" y="6449949"/>
            <a:ext cx="493776" cy="493776"/>
            <a:chOff x="0" y="0"/>
            <a:chExt cx="438912" cy="43891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38912" cy="438912"/>
            </a:xfrm>
            <a:custGeom>
              <a:avLst/>
              <a:gdLst/>
              <a:ahLst/>
              <a:cxnLst/>
              <a:rect l="l" t="t" r="r" b="b"/>
              <a:pathLst>
                <a:path w="438912" h="438912">
                  <a:moveTo>
                    <a:pt x="0" y="0"/>
                  </a:moveTo>
                  <a:lnTo>
                    <a:pt x="438912" y="0"/>
                  </a:lnTo>
                  <a:lnTo>
                    <a:pt x="438912" y="438912"/>
                  </a:lnTo>
                  <a:lnTo>
                    <a:pt x="0" y="4389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</p:grpSp>
      <p:sp>
        <p:nvSpPr>
          <p:cNvPr id="11" name="Freeform 11"/>
          <p:cNvSpPr/>
          <p:nvPr/>
        </p:nvSpPr>
        <p:spPr>
          <a:xfrm>
            <a:off x="964120" y="7427214"/>
            <a:ext cx="7838694" cy="1145286"/>
          </a:xfrm>
          <a:custGeom>
            <a:avLst/>
            <a:gdLst/>
            <a:ahLst/>
            <a:cxnLst/>
            <a:rect l="l" t="t" r="r" b="b"/>
            <a:pathLst>
              <a:path w="7838694" h="1145286">
                <a:moveTo>
                  <a:pt x="0" y="0"/>
                </a:moveTo>
                <a:lnTo>
                  <a:pt x="7838694" y="0"/>
                </a:lnTo>
                <a:lnTo>
                  <a:pt x="7838694" y="1145286"/>
                </a:lnTo>
                <a:lnTo>
                  <a:pt x="0" y="11452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grpSp>
        <p:nvGrpSpPr>
          <p:cNvPr id="12" name="Group 12"/>
          <p:cNvGrpSpPr/>
          <p:nvPr/>
        </p:nvGrpSpPr>
        <p:grpSpPr>
          <a:xfrm>
            <a:off x="1358456" y="7752969"/>
            <a:ext cx="493776" cy="493776"/>
            <a:chOff x="0" y="0"/>
            <a:chExt cx="438912" cy="43891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438912" cy="438912"/>
            </a:xfrm>
            <a:custGeom>
              <a:avLst/>
              <a:gdLst/>
              <a:ahLst/>
              <a:cxnLst/>
              <a:rect l="l" t="t" r="r" b="b"/>
              <a:pathLst>
                <a:path w="438912" h="438912">
                  <a:moveTo>
                    <a:pt x="0" y="0"/>
                  </a:moveTo>
                  <a:lnTo>
                    <a:pt x="438912" y="0"/>
                  </a:lnTo>
                  <a:lnTo>
                    <a:pt x="438912" y="438912"/>
                  </a:lnTo>
                  <a:lnTo>
                    <a:pt x="0" y="4389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/>
              </a:stretch>
            </a:blipFill>
          </p:spPr>
        </p:sp>
      </p:grpSp>
      <p:grpSp>
        <p:nvGrpSpPr>
          <p:cNvPr id="14" name="Group 14"/>
          <p:cNvGrpSpPr/>
          <p:nvPr/>
        </p:nvGrpSpPr>
        <p:grpSpPr>
          <a:xfrm>
            <a:off x="9432379" y="3166110"/>
            <a:ext cx="8092440" cy="5852160"/>
            <a:chOff x="0" y="0"/>
            <a:chExt cx="7193280" cy="520192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7193280" cy="5201920"/>
            </a:xfrm>
            <a:custGeom>
              <a:avLst/>
              <a:gdLst/>
              <a:ahLst/>
              <a:cxnLst/>
              <a:rect l="l" t="t" r="r" b="b"/>
              <a:pathLst>
                <a:path w="7193280" h="5201920">
                  <a:moveTo>
                    <a:pt x="0" y="0"/>
                  </a:moveTo>
                  <a:lnTo>
                    <a:pt x="7193280" y="0"/>
                  </a:lnTo>
                  <a:lnTo>
                    <a:pt x="7193280" y="5201920"/>
                  </a:lnTo>
                  <a:lnTo>
                    <a:pt x="0" y="52019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/>
              </a:stretch>
            </a:blipFill>
          </p:spPr>
        </p:sp>
      </p:grpSp>
      <p:sp>
        <p:nvSpPr>
          <p:cNvPr id="16" name="Freeform 16"/>
          <p:cNvSpPr/>
          <p:nvPr/>
        </p:nvSpPr>
        <p:spPr>
          <a:xfrm>
            <a:off x="9603829" y="3280410"/>
            <a:ext cx="7749540" cy="5509260"/>
          </a:xfrm>
          <a:custGeom>
            <a:avLst/>
            <a:gdLst/>
            <a:ahLst/>
            <a:cxnLst/>
            <a:rect l="l" t="t" r="r" b="b"/>
            <a:pathLst>
              <a:path w="7749540" h="5509260">
                <a:moveTo>
                  <a:pt x="0" y="0"/>
                </a:moveTo>
                <a:lnTo>
                  <a:pt x="7749540" y="0"/>
                </a:lnTo>
                <a:lnTo>
                  <a:pt x="7749540" y="5509260"/>
                </a:lnTo>
                <a:lnTo>
                  <a:pt x="0" y="550926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=""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10095548" y="3703320"/>
            <a:ext cx="246888" cy="246888"/>
          </a:xfrm>
          <a:custGeom>
            <a:avLst/>
            <a:gdLst/>
            <a:ahLst/>
            <a:cxnLst/>
            <a:rect l="l" t="t" r="r" b="b"/>
            <a:pathLst>
              <a:path w="246888" h="246888">
                <a:moveTo>
                  <a:pt x="0" y="0"/>
                </a:moveTo>
                <a:lnTo>
                  <a:pt x="246888" y="0"/>
                </a:lnTo>
                <a:lnTo>
                  <a:pt x="246888" y="246888"/>
                </a:lnTo>
                <a:lnTo>
                  <a:pt x="0" y="24688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=""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10438448" y="3703320"/>
            <a:ext cx="246888" cy="246888"/>
          </a:xfrm>
          <a:custGeom>
            <a:avLst/>
            <a:gdLst/>
            <a:ahLst/>
            <a:cxnLst/>
            <a:rect l="l" t="t" r="r" b="b"/>
            <a:pathLst>
              <a:path w="246888" h="246888">
                <a:moveTo>
                  <a:pt x="0" y="0"/>
                </a:moveTo>
                <a:lnTo>
                  <a:pt x="246888" y="0"/>
                </a:lnTo>
                <a:lnTo>
                  <a:pt x="246888" y="246888"/>
                </a:lnTo>
                <a:lnTo>
                  <a:pt x="0" y="24688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=""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10781348" y="3703320"/>
            <a:ext cx="246888" cy="246888"/>
          </a:xfrm>
          <a:custGeom>
            <a:avLst/>
            <a:gdLst/>
            <a:ahLst/>
            <a:cxnLst/>
            <a:rect l="l" t="t" r="r" b="b"/>
            <a:pathLst>
              <a:path w="246888" h="246888">
                <a:moveTo>
                  <a:pt x="0" y="0"/>
                </a:moveTo>
                <a:lnTo>
                  <a:pt x="246888" y="0"/>
                </a:lnTo>
                <a:lnTo>
                  <a:pt x="246888" y="246888"/>
                </a:lnTo>
                <a:lnTo>
                  <a:pt x="0" y="24688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=""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974408" y="989314"/>
            <a:ext cx="645170" cy="3221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56"/>
              </a:lnSpc>
            </a:pPr>
            <a:r>
              <a:rPr lang="en-US" sz="1754" b="1">
                <a:solidFill>
                  <a:srgbClr val="A855F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ШАГ 2 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084218" y="989314"/>
            <a:ext cx="1420490" cy="3221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56"/>
              </a:lnSpc>
            </a:pPr>
            <a:r>
              <a:rPr lang="en-US" sz="1754" b="1">
                <a:solidFill>
                  <a:srgbClr val="A855F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· CLAUDE CODE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140268" y="5272135"/>
            <a:ext cx="5042148" cy="3221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56"/>
              </a:lnSpc>
            </a:pPr>
            <a:r>
              <a:rPr lang="en-US" sz="1754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Единое задание Весь проект описан в одном файле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140268" y="7773391"/>
            <a:ext cx="6133995" cy="3028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800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Легко вносить правки Меняете задание — меняется проект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140267" y="6575155"/>
            <a:ext cx="5451797" cy="3221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56"/>
              </a:lnSpc>
            </a:pPr>
            <a:r>
              <a:rPr lang="en-US" sz="1754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ИИ не теряет детали Держит все требования «в голове»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74407" y="1676557"/>
            <a:ext cx="9155759" cy="21197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93"/>
              </a:lnSpc>
            </a:pPr>
            <a:r>
              <a:rPr lang="en-US" sz="4950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Переведите промт в PRD.md</a:t>
            </a:r>
          </a:p>
          <a:p>
            <a:pPr algn="l">
              <a:lnSpc>
                <a:spcPts val="3009"/>
              </a:lnSpc>
            </a:pPr>
            <a:r>
              <a:rPr lang="en-US" sz="2100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Откройте Claude Code — инструмент, который выполняет </a:t>
            </a:r>
          </a:p>
          <a:p>
            <a:pPr algn="l">
              <a:lnSpc>
                <a:spcPts val="3009"/>
              </a:lnSpc>
            </a:pPr>
            <a:r>
              <a:rPr lang="en-US" sz="2100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ваши команды обычным языком. Вставьте свой промт и </a:t>
            </a:r>
          </a:p>
          <a:p>
            <a:pPr algn="l">
              <a:lnSpc>
                <a:spcPts val="3009"/>
              </a:lnSpc>
            </a:pPr>
            <a:r>
              <a:rPr lang="en-US" sz="2100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попросите превратить его в файл-задание.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1124248" y="3702306"/>
            <a:ext cx="1055043" cy="3015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81"/>
              </a:lnSpc>
            </a:pPr>
            <a:r>
              <a:rPr lang="en-US" sz="1629">
                <a:solidFill>
                  <a:srgbClr val="A78BCA"/>
                </a:solidFill>
                <a:latin typeface="Calibri (MS)"/>
                <a:ea typeface="Calibri (MS)"/>
                <a:cs typeface="Calibri (MS)"/>
                <a:sym typeface="Calibri (MS)"/>
              </a:rPr>
              <a:t>Claude Code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164128" y="4421224"/>
            <a:ext cx="3927991" cy="7764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1"/>
              </a:lnSpc>
            </a:pPr>
            <a:r>
              <a:rPr lang="en-US" sz="2100" b="1">
                <a:solidFill>
                  <a:srgbClr val="A78BC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Вы:</a:t>
            </a:r>
          </a:p>
          <a:p>
            <a:pPr algn="l">
              <a:lnSpc>
                <a:spcPts val="2931"/>
              </a:lnSpc>
            </a:pPr>
            <a:r>
              <a:rPr lang="en-US" sz="2100" b="1">
                <a:solidFill>
                  <a:srgbClr val="A78BC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[ вставляете свой промт 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164128" y="5538507"/>
            <a:ext cx="2486025" cy="403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>
                <a:solidFill>
                  <a:srgbClr val="A78BC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Переведи это в файл 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0164128" y="6650717"/>
            <a:ext cx="2919561" cy="403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>
                <a:solidFill>
                  <a:srgbClr val="A78BC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Готово Создал PRD.md —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164128" y="7023149"/>
            <a:ext cx="4584173" cy="7764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1"/>
              </a:lnSpc>
            </a:pPr>
            <a:r>
              <a:rPr lang="en-US" sz="2100" b="1">
                <a:solidFill>
                  <a:srgbClr val="A78BC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техническое задание проекта. С чего начнём сборку?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0164128" y="6322628"/>
            <a:ext cx="800993" cy="3820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29"/>
              </a:lnSpc>
            </a:pPr>
            <a:r>
              <a:rPr lang="en-US" sz="2021" b="1">
                <a:solidFill>
                  <a:srgbClr val="A78BC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Claude: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1127534" y="6696661"/>
            <a:ext cx="68759" cy="3820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29"/>
              </a:lnSpc>
            </a:pPr>
            <a:r>
              <a:rPr lang="en-US" sz="2021" b="1">
                <a:solidFill>
                  <a:srgbClr val="A78BC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.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4015137" y="4834528"/>
            <a:ext cx="83493" cy="3820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29"/>
              </a:lnSpc>
            </a:pPr>
            <a:r>
              <a:rPr lang="en-US" sz="2021" b="1">
                <a:solidFill>
                  <a:srgbClr val="A78BC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]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3373386" y="5577778"/>
            <a:ext cx="857920" cy="3820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29"/>
              </a:lnSpc>
            </a:pPr>
            <a:r>
              <a:rPr lang="en-US" sz="2021" b="1">
                <a:solidFill>
                  <a:srgbClr val="A78BC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PRD.md</a:t>
            </a:r>
          </a:p>
        </p:txBody>
      </p:sp>
      <p:grpSp>
        <p:nvGrpSpPr>
          <p:cNvPr id="35" name="Group 35"/>
          <p:cNvGrpSpPr/>
          <p:nvPr/>
        </p:nvGrpSpPr>
        <p:grpSpPr>
          <a:xfrm>
            <a:off x="974408" y="9436608"/>
            <a:ext cx="411480" cy="411480"/>
            <a:chOff x="0" y="0"/>
            <a:chExt cx="365760" cy="36576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365760" cy="365760"/>
            </a:xfrm>
            <a:custGeom>
              <a:avLst/>
              <a:gdLst/>
              <a:ahLst/>
              <a:cxnLst/>
              <a:rect l="l" t="t" r="r" b="b"/>
              <a:pathLst>
                <a:path w="365760" h="365760">
                  <a:moveTo>
                    <a:pt x="0" y="0"/>
                  </a:moveTo>
                  <a:lnTo>
                    <a:pt x="365760" y="0"/>
                  </a:lnTo>
                  <a:lnTo>
                    <a:pt x="365760" y="365760"/>
                  </a:lnTo>
                  <a:lnTo>
                    <a:pt x="0" y="3657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/>
              </a:stretch>
            </a:blipFill>
          </p:spPr>
        </p:sp>
      </p:grpSp>
      <p:sp>
        <p:nvSpPr>
          <p:cNvPr id="37" name="TextBox 37"/>
          <p:cNvSpPr txBox="1"/>
          <p:nvPr/>
        </p:nvSpPr>
        <p:spPr>
          <a:xfrm>
            <a:off x="1440752" y="9550079"/>
            <a:ext cx="586457" cy="3015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81"/>
              </a:lnSpc>
            </a:pPr>
            <a:r>
              <a:rPr lang="en-US" sz="1629">
                <a:solidFill>
                  <a:srgbClr val="A78BCA"/>
                </a:solidFill>
                <a:latin typeface="Calibri (MS)"/>
                <a:ea typeface="Calibri (MS)"/>
                <a:cs typeface="Calibri (MS)"/>
                <a:sym typeface="Calibri (MS)"/>
              </a:rPr>
              <a:t>Vibe42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7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902" y="0"/>
            <a:ext cx="18269712" cy="10287000"/>
            <a:chOff x="0" y="0"/>
            <a:chExt cx="101494171" cy="57150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1494177" cy="57150000"/>
            </a:xfrm>
            <a:custGeom>
              <a:avLst/>
              <a:gdLst/>
              <a:ahLst/>
              <a:cxnLst/>
              <a:rect l="l" t="t" r="r" b="b"/>
              <a:pathLst>
                <a:path w="101494177" h="57150000">
                  <a:moveTo>
                    <a:pt x="101494177" y="0"/>
                  </a:moveTo>
                  <a:lnTo>
                    <a:pt x="101494177" y="57150000"/>
                  </a:lnTo>
                  <a:lnTo>
                    <a:pt x="0" y="57150000"/>
                  </a:lnTo>
                  <a:lnTo>
                    <a:pt x="0" y="0"/>
                  </a:lnTo>
                  <a:lnTo>
                    <a:pt x="101494177" y="0"/>
                  </a:lnTo>
                  <a:close/>
                </a:path>
              </a:pathLst>
            </a:custGeom>
            <a:solidFill>
              <a:srgbClr val="1E0D3A"/>
            </a:solidFill>
          </p:spPr>
        </p:sp>
      </p:grpSp>
      <p:sp>
        <p:nvSpPr>
          <p:cNvPr id="4" name="Freeform 4"/>
          <p:cNvSpPr/>
          <p:nvPr/>
        </p:nvSpPr>
        <p:spPr>
          <a:xfrm>
            <a:off x="12047334" y="-3017520"/>
            <a:ext cx="8229600" cy="8229600"/>
          </a:xfrm>
          <a:custGeom>
            <a:avLst/>
            <a:gdLst/>
            <a:ahLst/>
            <a:cxnLst/>
            <a:rect l="l" t="t" r="r" b="b"/>
            <a:pathLst>
              <a:path w="8229600" h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964006" y="3761613"/>
            <a:ext cx="7998714" cy="1597914"/>
          </a:xfrm>
          <a:custGeom>
            <a:avLst/>
            <a:gdLst/>
            <a:ahLst/>
            <a:cxnLst/>
            <a:rect l="l" t="t" r="r" b="b"/>
            <a:pathLst>
              <a:path w="7998714" h="1597914">
                <a:moveTo>
                  <a:pt x="0" y="0"/>
                </a:moveTo>
                <a:lnTo>
                  <a:pt x="7998714" y="0"/>
                </a:lnTo>
                <a:lnTo>
                  <a:pt x="7998714" y="1597914"/>
                </a:lnTo>
                <a:lnTo>
                  <a:pt x="0" y="15979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358456" y="4190238"/>
            <a:ext cx="740664" cy="740664"/>
          </a:xfrm>
          <a:custGeom>
            <a:avLst/>
            <a:gdLst/>
            <a:ahLst/>
            <a:cxnLst/>
            <a:rect l="l" t="t" r="r" b="b"/>
            <a:pathLst>
              <a:path w="740664" h="740664">
                <a:moveTo>
                  <a:pt x="0" y="0"/>
                </a:moveTo>
                <a:lnTo>
                  <a:pt x="740664" y="0"/>
                </a:lnTo>
                <a:lnTo>
                  <a:pt x="740664" y="740664"/>
                </a:lnTo>
                <a:lnTo>
                  <a:pt x="0" y="74066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9353398" y="3761613"/>
            <a:ext cx="7998714" cy="1597914"/>
          </a:xfrm>
          <a:custGeom>
            <a:avLst/>
            <a:gdLst/>
            <a:ahLst/>
            <a:cxnLst/>
            <a:rect l="l" t="t" r="r" b="b"/>
            <a:pathLst>
              <a:path w="7998714" h="1597914">
                <a:moveTo>
                  <a:pt x="0" y="0"/>
                </a:moveTo>
                <a:lnTo>
                  <a:pt x="7998714" y="0"/>
                </a:lnTo>
                <a:lnTo>
                  <a:pt x="7998714" y="1597914"/>
                </a:lnTo>
                <a:lnTo>
                  <a:pt x="0" y="15979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9747847" y="4190238"/>
            <a:ext cx="740664" cy="740664"/>
          </a:xfrm>
          <a:custGeom>
            <a:avLst/>
            <a:gdLst/>
            <a:ahLst/>
            <a:cxnLst/>
            <a:rect l="l" t="t" r="r" b="b"/>
            <a:pathLst>
              <a:path w="740664" h="740664">
                <a:moveTo>
                  <a:pt x="0" y="0"/>
                </a:moveTo>
                <a:lnTo>
                  <a:pt x="740664" y="0"/>
                </a:lnTo>
                <a:lnTo>
                  <a:pt x="740664" y="740664"/>
                </a:lnTo>
                <a:lnTo>
                  <a:pt x="0" y="74066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=""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964006" y="5640705"/>
            <a:ext cx="7998714" cy="1597914"/>
          </a:xfrm>
          <a:custGeom>
            <a:avLst/>
            <a:gdLst/>
            <a:ahLst/>
            <a:cxnLst/>
            <a:rect l="l" t="t" r="r" b="b"/>
            <a:pathLst>
              <a:path w="7998714" h="1597914">
                <a:moveTo>
                  <a:pt x="0" y="0"/>
                </a:moveTo>
                <a:lnTo>
                  <a:pt x="7998714" y="0"/>
                </a:lnTo>
                <a:lnTo>
                  <a:pt x="7998714" y="1597914"/>
                </a:lnTo>
                <a:lnTo>
                  <a:pt x="0" y="15979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358456" y="6069330"/>
            <a:ext cx="740664" cy="740664"/>
          </a:xfrm>
          <a:custGeom>
            <a:avLst/>
            <a:gdLst/>
            <a:ahLst/>
            <a:cxnLst/>
            <a:rect l="l" t="t" r="r" b="b"/>
            <a:pathLst>
              <a:path w="740664" h="740664">
                <a:moveTo>
                  <a:pt x="0" y="0"/>
                </a:moveTo>
                <a:lnTo>
                  <a:pt x="740664" y="0"/>
                </a:lnTo>
                <a:lnTo>
                  <a:pt x="740664" y="740664"/>
                </a:lnTo>
                <a:lnTo>
                  <a:pt x="0" y="74066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9353398" y="5640705"/>
            <a:ext cx="7998714" cy="1597914"/>
          </a:xfrm>
          <a:custGeom>
            <a:avLst/>
            <a:gdLst/>
            <a:ahLst/>
            <a:cxnLst/>
            <a:rect l="l" t="t" r="r" b="b"/>
            <a:pathLst>
              <a:path w="7998714" h="1597914">
                <a:moveTo>
                  <a:pt x="0" y="0"/>
                </a:moveTo>
                <a:lnTo>
                  <a:pt x="7998714" y="0"/>
                </a:lnTo>
                <a:lnTo>
                  <a:pt x="7998714" y="1597914"/>
                </a:lnTo>
                <a:lnTo>
                  <a:pt x="0" y="15979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9747847" y="6069330"/>
            <a:ext cx="740664" cy="740664"/>
          </a:xfrm>
          <a:custGeom>
            <a:avLst/>
            <a:gdLst/>
            <a:ahLst/>
            <a:cxnLst/>
            <a:rect l="l" t="t" r="r" b="b"/>
            <a:pathLst>
              <a:path w="740664" h="740664">
                <a:moveTo>
                  <a:pt x="0" y="0"/>
                </a:moveTo>
                <a:lnTo>
                  <a:pt x="740664" y="0"/>
                </a:lnTo>
                <a:lnTo>
                  <a:pt x="740664" y="740664"/>
                </a:lnTo>
                <a:lnTo>
                  <a:pt x="0" y="740664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=""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963892" y="7952994"/>
            <a:ext cx="16388334" cy="843534"/>
          </a:xfrm>
          <a:custGeom>
            <a:avLst/>
            <a:gdLst/>
            <a:ahLst/>
            <a:cxnLst/>
            <a:rect l="l" t="t" r="r" b="b"/>
            <a:pathLst>
              <a:path w="16388334" h="843534">
                <a:moveTo>
                  <a:pt x="0" y="0"/>
                </a:moveTo>
                <a:lnTo>
                  <a:pt x="16388334" y="0"/>
                </a:lnTo>
                <a:lnTo>
                  <a:pt x="16388334" y="843534"/>
                </a:lnTo>
                <a:lnTo>
                  <a:pt x="0" y="843534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=""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974408" y="989314"/>
            <a:ext cx="645170" cy="3221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56"/>
              </a:lnSpc>
            </a:pPr>
            <a:r>
              <a:rPr lang="en-US" sz="1754" b="1">
                <a:solidFill>
                  <a:srgbClr val="A855F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ШАГ 3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084218" y="989314"/>
            <a:ext cx="2146122" cy="3206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456"/>
              </a:lnSpc>
            </a:pPr>
            <a:r>
              <a:rPr lang="en-US" sz="1754" b="1" dirty="0">
                <a:solidFill>
                  <a:srgbClr val="A855F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· GITHUB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85888" y="8253079"/>
            <a:ext cx="9262765" cy="3221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56"/>
              </a:lnSpc>
            </a:pPr>
            <a:r>
              <a:rPr lang="en-US" sz="1754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Можно просто попросить Claude: «Создай репозиторий my-project и загрузи туда мои файлы».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74407" y="1638300"/>
            <a:ext cx="8407301" cy="9124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70"/>
              </a:lnSpc>
            </a:pPr>
            <a:r>
              <a:rPr lang="en-US" sz="4764" b="1" dirty="0" err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Аккаунт</a:t>
            </a:r>
            <a:r>
              <a:rPr lang="en-US" sz="4764" b="1" dirty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и </a:t>
            </a:r>
            <a:r>
              <a:rPr lang="en-US" sz="4764" b="1" dirty="0" err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репозиторий</a:t>
            </a:r>
            <a:r>
              <a:rPr lang="en-US" sz="4764" b="1" dirty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sz="4764" b="1" dirty="0" err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проекта</a:t>
            </a:r>
            <a:endParaRPr lang="en-US" sz="4764" b="1" dirty="0">
              <a:solidFill>
                <a:srgbClr val="FFFFFF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804483" y="2770713"/>
            <a:ext cx="58043" cy="3820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29"/>
              </a:lnSpc>
            </a:pPr>
            <a:r>
              <a:rPr lang="en-US" sz="2021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346008" y="4248226"/>
            <a:ext cx="4497052" cy="3590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29"/>
              </a:lnSpc>
            </a:pPr>
            <a:r>
              <a:rPr lang="en-US" sz="2021" b="1" dirty="0" err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Откройте</a:t>
            </a:r>
            <a:r>
              <a:rPr lang="en-US" sz="2021" b="1" dirty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github.com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260465" y="4640123"/>
            <a:ext cx="46881" cy="3015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81"/>
              </a:lnSpc>
            </a:pPr>
            <a:r>
              <a:rPr lang="en-US" sz="1629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346008" y="6127318"/>
            <a:ext cx="2544961" cy="3820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29"/>
              </a:lnSpc>
            </a:pPr>
            <a:r>
              <a:rPr lang="en-US" sz="2021" b="1" dirty="0" err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Создайте</a:t>
            </a:r>
            <a:r>
              <a:rPr lang="en-US" sz="2021" b="1" dirty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sz="2021" b="1" dirty="0" err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репозиторий</a:t>
            </a:r>
            <a:endParaRPr lang="en-US" sz="2021" b="1" dirty="0">
              <a:solidFill>
                <a:srgbClr val="FFFFFF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2765231" y="6527649"/>
            <a:ext cx="284857" cy="310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→ 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073981" y="6527649"/>
            <a:ext cx="237306" cy="310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1" dirty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→ 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970707" y="6527649"/>
            <a:ext cx="237306" cy="310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→ 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735399" y="4248226"/>
            <a:ext cx="2098253" cy="3820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29"/>
              </a:lnSpc>
            </a:pPr>
            <a:r>
              <a:rPr lang="en-US" sz="2021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Заполните данные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1317615" y="4640123"/>
            <a:ext cx="46881" cy="3015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81"/>
              </a:lnSpc>
            </a:pPr>
            <a:r>
              <a:rPr lang="en-US" sz="1629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735399" y="6127318"/>
            <a:ext cx="3306217" cy="3820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29"/>
              </a:lnSpc>
            </a:pPr>
            <a:r>
              <a:rPr lang="en-US" sz="2021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Репозиторий = папка проекта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1264194" y="6519215"/>
            <a:ext cx="46881" cy="3015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81"/>
              </a:lnSpc>
            </a:pPr>
            <a:r>
              <a:rPr lang="en-US" sz="1629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74407" y="2770713"/>
            <a:ext cx="15103793" cy="6967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29"/>
              </a:lnSpc>
            </a:pPr>
            <a:r>
              <a:rPr lang="en-US" sz="2021" b="1" dirty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GitHub— </a:t>
            </a:r>
            <a:r>
              <a:rPr lang="en-US" sz="2021" b="1" dirty="0" err="1" smtClean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облачное</a:t>
            </a:r>
            <a:r>
              <a:rPr lang="ru-RU" sz="2021" b="1" dirty="0" smtClean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sz="2021" b="1" dirty="0" err="1" smtClean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хранилище</a:t>
            </a:r>
            <a:r>
              <a:rPr lang="ru-RU" sz="2021" b="1" dirty="0" smtClean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sz="2021" b="1" dirty="0" err="1" smtClean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проекта</a:t>
            </a:r>
            <a:r>
              <a:rPr lang="en-US" sz="2021" b="1" dirty="0" smtClean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.</a:t>
            </a:r>
            <a:r>
              <a:rPr lang="ru-RU" sz="2021" b="1" dirty="0" smtClean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 </a:t>
            </a:r>
            <a:r>
              <a:rPr lang="en-US" sz="2021" b="1" dirty="0" err="1" smtClean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Здесьонсохраняется,делитсяпоссылкеи</a:t>
            </a:r>
            <a:r>
              <a:rPr lang="en-US" sz="2021" b="1" dirty="0" smtClean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sz="2021" b="1" dirty="0" err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хранит</a:t>
            </a:r>
            <a:r>
              <a:rPr lang="en-US" sz="2021" b="1" dirty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sz="2021" b="1" dirty="0" err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все</a:t>
            </a:r>
            <a:r>
              <a:rPr lang="en-US" sz="2021" b="1" dirty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sz="2021" b="1" dirty="0" err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версии</a:t>
            </a:r>
            <a:r>
              <a:rPr lang="en-US" sz="2021" b="1" dirty="0" smtClean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.</a:t>
            </a:r>
            <a:r>
              <a:rPr lang="ru-RU" sz="2021" b="1" dirty="0" smtClean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</a:p>
          <a:p>
            <a:pPr algn="l">
              <a:lnSpc>
                <a:spcPts val="2829"/>
              </a:lnSpc>
            </a:pPr>
            <a:r>
              <a:rPr lang="en-US" sz="2021" b="1" dirty="0" err="1" smtClean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Регистрация</a:t>
            </a:r>
            <a:r>
              <a:rPr lang="en-US" sz="2021" b="1" dirty="0" smtClean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endParaRPr lang="en-US" sz="2021" b="1" dirty="0">
              <a:solidFill>
                <a:srgbClr val="FFFFFF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2517495" y="3135602"/>
            <a:ext cx="8169594" cy="3590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29"/>
              </a:lnSpc>
            </a:pPr>
            <a:r>
              <a:rPr lang="en-US" sz="2021" b="1" dirty="0" err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бесплатна</a:t>
            </a:r>
            <a:r>
              <a:rPr lang="en-US" sz="2021" b="1" dirty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и </a:t>
            </a:r>
            <a:r>
              <a:rPr lang="en-US" sz="2021" b="1" dirty="0" err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занимает</a:t>
            </a:r>
            <a:r>
              <a:rPr lang="en-US" sz="2021" b="1" dirty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3 </a:t>
            </a:r>
            <a:r>
              <a:rPr lang="en-US" sz="2021" b="1" dirty="0" err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минуты</a:t>
            </a:r>
            <a:r>
              <a:rPr lang="en-US" sz="2021" b="1" dirty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.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638733" y="4379443"/>
            <a:ext cx="161181" cy="4841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3"/>
              </a:lnSpc>
            </a:pPr>
            <a:r>
              <a:rPr lang="en-US" sz="2502" b="1" dirty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638733" y="6258535"/>
            <a:ext cx="161181" cy="4841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3"/>
              </a:lnSpc>
            </a:pPr>
            <a:r>
              <a:rPr lang="en-US" sz="2502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3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0028125" y="4379443"/>
            <a:ext cx="161181" cy="4841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3"/>
              </a:lnSpc>
            </a:pPr>
            <a:r>
              <a:rPr lang="en-US" sz="2502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0028125" y="6258535"/>
            <a:ext cx="161181" cy="4841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3"/>
              </a:lnSpc>
            </a:pPr>
            <a:r>
              <a:rPr lang="en-US" sz="2502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4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2346007" y="6523215"/>
            <a:ext cx="914457" cy="2949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281"/>
              </a:lnSpc>
            </a:pPr>
            <a:r>
              <a:rPr lang="en-US" sz="1629" b="1" dirty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New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3091186" y="6523215"/>
            <a:ext cx="840060" cy="3015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81"/>
              </a:lnSpc>
            </a:pPr>
            <a:r>
              <a:rPr lang="en-US" sz="1629" b="1" dirty="0" err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название</a:t>
            </a:r>
            <a:endParaRPr lang="en-US" sz="1629" b="1" dirty="0">
              <a:solidFill>
                <a:srgbClr val="FFFFFF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</p:txBody>
      </p:sp>
      <p:sp>
        <p:nvSpPr>
          <p:cNvPr id="37" name="TextBox 37"/>
          <p:cNvSpPr txBox="1"/>
          <p:nvPr/>
        </p:nvSpPr>
        <p:spPr>
          <a:xfrm>
            <a:off x="4341742" y="6523215"/>
            <a:ext cx="1601857" cy="2949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281"/>
              </a:lnSpc>
            </a:pPr>
            <a:r>
              <a:rPr lang="en-US" sz="1629" b="1" dirty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Public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2346008" y="4765786"/>
            <a:ext cx="4864654" cy="2949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281"/>
              </a:lnSpc>
            </a:pPr>
            <a:r>
              <a:rPr lang="en-US" sz="2000" b="1" dirty="0" err="1" smtClean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Нажмите</a:t>
            </a:r>
            <a:r>
              <a:rPr lang="ru-RU" sz="2000" b="1" dirty="0" smtClean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sz="2000" b="1" dirty="0" smtClean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«</a:t>
            </a:r>
            <a:r>
              <a:rPr lang="en-US" sz="2000" b="1" dirty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Signup</a:t>
            </a:r>
            <a:r>
              <a:rPr lang="en-US" sz="2000" b="1" dirty="0" smtClean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»</a:t>
            </a:r>
            <a:r>
              <a:rPr lang="ru-RU" sz="2000" b="1" dirty="0" smtClean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sz="2000" b="1" dirty="0" smtClean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в</a:t>
            </a:r>
            <a:r>
              <a:rPr lang="ru-RU" sz="2000" b="1" dirty="0" smtClean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sz="2000" b="1" dirty="0" err="1" smtClean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правом</a:t>
            </a:r>
            <a:r>
              <a:rPr lang="ru-RU" sz="2000" b="1" dirty="0" smtClean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sz="2000" b="1" dirty="0" err="1" smtClean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верхнем</a:t>
            </a:r>
            <a:r>
              <a:rPr lang="en-US" sz="2000" b="1" dirty="0" smtClean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sz="2000" b="1" dirty="0" err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углу</a:t>
            </a:r>
            <a:endParaRPr lang="en-US" sz="2000" b="1" dirty="0">
              <a:solidFill>
                <a:srgbClr val="FFFFFF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</p:txBody>
      </p:sp>
      <p:sp>
        <p:nvSpPr>
          <p:cNvPr id="39" name="TextBox 39"/>
          <p:cNvSpPr txBox="1"/>
          <p:nvPr/>
        </p:nvSpPr>
        <p:spPr>
          <a:xfrm>
            <a:off x="5227010" y="6523215"/>
            <a:ext cx="2582382" cy="2975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281"/>
              </a:lnSpc>
            </a:pPr>
            <a:r>
              <a:rPr lang="en-US" sz="1629" b="1" dirty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Add a README file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0735398" y="6519215"/>
            <a:ext cx="5114201" cy="2949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281"/>
              </a:lnSpc>
            </a:pPr>
            <a:r>
              <a:rPr lang="en-US" sz="1629" b="1" dirty="0" err="1" smtClean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Один</a:t>
            </a:r>
            <a:r>
              <a:rPr lang="ru-RU" sz="1629" b="1" dirty="0" smtClean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sz="1629" b="1" dirty="0" err="1" smtClean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проект</a:t>
            </a:r>
            <a:r>
              <a:rPr lang="en-US" sz="1629" b="1" dirty="0" smtClean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—</a:t>
            </a:r>
            <a:r>
              <a:rPr lang="en-US" sz="1629" b="1" dirty="0" err="1" smtClean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один</a:t>
            </a:r>
            <a:r>
              <a:rPr lang="ru-RU" sz="1629" b="1" dirty="0" smtClean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sz="1629" b="1" dirty="0" err="1" smtClean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репозиторий</a:t>
            </a:r>
            <a:endParaRPr lang="en-US" sz="1629" b="1" dirty="0">
              <a:solidFill>
                <a:srgbClr val="FFFFFF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</p:txBody>
      </p:sp>
      <p:sp>
        <p:nvSpPr>
          <p:cNvPr id="41" name="TextBox 41"/>
          <p:cNvSpPr txBox="1"/>
          <p:nvPr/>
        </p:nvSpPr>
        <p:spPr>
          <a:xfrm>
            <a:off x="10735398" y="4696147"/>
            <a:ext cx="7216037" cy="2949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281"/>
              </a:lnSpc>
            </a:pPr>
            <a:r>
              <a:rPr lang="en-US" sz="1629" b="1" dirty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Email</a:t>
            </a:r>
            <a:r>
              <a:rPr lang="en-US" sz="1629" b="1" dirty="0" smtClean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,</a:t>
            </a:r>
            <a:r>
              <a:rPr lang="ru-RU" sz="1629" b="1" dirty="0" smtClean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sz="1629" b="1" dirty="0" err="1" smtClean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имя</a:t>
            </a:r>
            <a:r>
              <a:rPr lang="ru-RU" sz="1629" b="1" dirty="0" smtClean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sz="1629" b="1" dirty="0" err="1" smtClean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пользователя</a:t>
            </a:r>
            <a:r>
              <a:rPr lang="ru-RU" sz="1629" b="1" dirty="0" smtClean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sz="1629" b="1" dirty="0" smtClean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(</a:t>
            </a:r>
            <a:r>
              <a:rPr lang="en-US" sz="1629" b="1" dirty="0" err="1" smtClean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латиницей</a:t>
            </a:r>
            <a:r>
              <a:rPr lang="en-US" sz="1629" b="1" dirty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) и </a:t>
            </a:r>
            <a:r>
              <a:rPr lang="en-US" sz="1629" b="1" dirty="0" err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пароль</a:t>
            </a:r>
            <a:endParaRPr lang="en-US" sz="1629" b="1" dirty="0">
              <a:solidFill>
                <a:srgbClr val="FFFFFF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</p:txBody>
      </p:sp>
      <p:grpSp>
        <p:nvGrpSpPr>
          <p:cNvPr id="42" name="Group 42"/>
          <p:cNvGrpSpPr/>
          <p:nvPr/>
        </p:nvGrpSpPr>
        <p:grpSpPr>
          <a:xfrm>
            <a:off x="974408" y="9436608"/>
            <a:ext cx="411480" cy="411480"/>
            <a:chOff x="0" y="0"/>
            <a:chExt cx="365760" cy="36576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365760" cy="365760"/>
            </a:xfrm>
            <a:custGeom>
              <a:avLst/>
              <a:gdLst/>
              <a:ahLst/>
              <a:cxnLst/>
              <a:rect l="l" t="t" r="r" b="b"/>
              <a:pathLst>
                <a:path w="365760" h="365760">
                  <a:moveTo>
                    <a:pt x="0" y="0"/>
                  </a:moveTo>
                  <a:lnTo>
                    <a:pt x="365760" y="0"/>
                  </a:lnTo>
                  <a:lnTo>
                    <a:pt x="365760" y="365760"/>
                  </a:lnTo>
                  <a:lnTo>
                    <a:pt x="0" y="3657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/>
              </a:stretch>
            </a:blipFill>
          </p:spPr>
        </p:sp>
      </p:grpSp>
      <p:sp>
        <p:nvSpPr>
          <p:cNvPr id="44" name="TextBox 44"/>
          <p:cNvSpPr txBox="1"/>
          <p:nvPr/>
        </p:nvSpPr>
        <p:spPr>
          <a:xfrm>
            <a:off x="1440752" y="9550079"/>
            <a:ext cx="598289" cy="3015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81"/>
              </a:lnSpc>
            </a:pPr>
            <a:r>
              <a:rPr lang="en-US" sz="1629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Vibe42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7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902" y="0"/>
            <a:ext cx="18269712" cy="10287000"/>
            <a:chOff x="0" y="0"/>
            <a:chExt cx="101494171" cy="57150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1494177" cy="57150000"/>
            </a:xfrm>
            <a:custGeom>
              <a:avLst/>
              <a:gdLst/>
              <a:ahLst/>
              <a:cxnLst/>
              <a:rect l="l" t="t" r="r" b="b"/>
              <a:pathLst>
                <a:path w="101494177" h="57150000">
                  <a:moveTo>
                    <a:pt x="101494177" y="0"/>
                  </a:moveTo>
                  <a:lnTo>
                    <a:pt x="101494177" y="57150000"/>
                  </a:lnTo>
                  <a:lnTo>
                    <a:pt x="0" y="57150000"/>
                  </a:lnTo>
                  <a:lnTo>
                    <a:pt x="0" y="0"/>
                  </a:lnTo>
                  <a:lnTo>
                    <a:pt x="101494177" y="0"/>
                  </a:lnTo>
                  <a:close/>
                </a:path>
              </a:pathLst>
            </a:custGeom>
            <a:solidFill>
              <a:srgbClr val="1E0D3A"/>
            </a:solidFill>
          </p:spPr>
        </p:sp>
      </p:grpSp>
      <p:sp>
        <p:nvSpPr>
          <p:cNvPr id="4" name="Freeform 4"/>
          <p:cNvSpPr/>
          <p:nvPr/>
        </p:nvSpPr>
        <p:spPr>
          <a:xfrm>
            <a:off x="11992470" y="-3017520"/>
            <a:ext cx="8229600" cy="8229600"/>
          </a:xfrm>
          <a:custGeom>
            <a:avLst/>
            <a:gdLst/>
            <a:ahLst/>
            <a:cxnLst/>
            <a:rect l="l" t="t" r="r" b="b"/>
            <a:pathLst>
              <a:path w="8229600" h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964006" y="3418713"/>
            <a:ext cx="7998714" cy="1282446"/>
          </a:xfrm>
          <a:custGeom>
            <a:avLst/>
            <a:gdLst/>
            <a:ahLst/>
            <a:cxnLst/>
            <a:rect l="l" t="t" r="r" b="b"/>
            <a:pathLst>
              <a:path w="7998714" h="1282446">
                <a:moveTo>
                  <a:pt x="0" y="0"/>
                </a:moveTo>
                <a:lnTo>
                  <a:pt x="7998714" y="0"/>
                </a:lnTo>
                <a:lnTo>
                  <a:pt x="7998714" y="1282446"/>
                </a:lnTo>
                <a:lnTo>
                  <a:pt x="0" y="12824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331024" y="3730752"/>
            <a:ext cx="658368" cy="658368"/>
          </a:xfrm>
          <a:custGeom>
            <a:avLst/>
            <a:gdLst/>
            <a:ahLst/>
            <a:cxnLst/>
            <a:rect l="l" t="t" r="r" b="b"/>
            <a:pathLst>
              <a:path w="658368" h="658368">
                <a:moveTo>
                  <a:pt x="0" y="0"/>
                </a:moveTo>
                <a:lnTo>
                  <a:pt x="658368" y="0"/>
                </a:lnTo>
                <a:lnTo>
                  <a:pt x="658368" y="658368"/>
                </a:lnTo>
                <a:lnTo>
                  <a:pt x="0" y="65836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9353398" y="3418713"/>
            <a:ext cx="7998714" cy="1282446"/>
          </a:xfrm>
          <a:custGeom>
            <a:avLst/>
            <a:gdLst/>
            <a:ahLst/>
            <a:cxnLst/>
            <a:rect l="l" t="t" r="r" b="b"/>
            <a:pathLst>
              <a:path w="7998714" h="1282446">
                <a:moveTo>
                  <a:pt x="0" y="0"/>
                </a:moveTo>
                <a:lnTo>
                  <a:pt x="7998714" y="0"/>
                </a:lnTo>
                <a:lnTo>
                  <a:pt x="7998714" y="1282446"/>
                </a:lnTo>
                <a:lnTo>
                  <a:pt x="0" y="12824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9720415" y="3730752"/>
            <a:ext cx="658368" cy="658368"/>
          </a:xfrm>
          <a:custGeom>
            <a:avLst/>
            <a:gdLst/>
            <a:ahLst/>
            <a:cxnLst/>
            <a:rect l="l" t="t" r="r" b="b"/>
            <a:pathLst>
              <a:path w="658368" h="658368">
                <a:moveTo>
                  <a:pt x="0" y="0"/>
                </a:moveTo>
                <a:lnTo>
                  <a:pt x="658368" y="0"/>
                </a:lnTo>
                <a:lnTo>
                  <a:pt x="658368" y="658368"/>
                </a:lnTo>
                <a:lnTo>
                  <a:pt x="0" y="65836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=""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964006" y="4954905"/>
            <a:ext cx="7998714" cy="1282446"/>
          </a:xfrm>
          <a:custGeom>
            <a:avLst/>
            <a:gdLst/>
            <a:ahLst/>
            <a:cxnLst/>
            <a:rect l="l" t="t" r="r" b="b"/>
            <a:pathLst>
              <a:path w="7998714" h="1282446">
                <a:moveTo>
                  <a:pt x="0" y="0"/>
                </a:moveTo>
                <a:lnTo>
                  <a:pt x="7998714" y="0"/>
                </a:lnTo>
                <a:lnTo>
                  <a:pt x="7998714" y="1282446"/>
                </a:lnTo>
                <a:lnTo>
                  <a:pt x="0" y="12824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331024" y="5266944"/>
            <a:ext cx="658368" cy="658368"/>
          </a:xfrm>
          <a:custGeom>
            <a:avLst/>
            <a:gdLst/>
            <a:ahLst/>
            <a:cxnLst/>
            <a:rect l="l" t="t" r="r" b="b"/>
            <a:pathLst>
              <a:path w="658368" h="658368">
                <a:moveTo>
                  <a:pt x="0" y="0"/>
                </a:moveTo>
                <a:lnTo>
                  <a:pt x="658368" y="0"/>
                </a:lnTo>
                <a:lnTo>
                  <a:pt x="658368" y="658368"/>
                </a:lnTo>
                <a:lnTo>
                  <a:pt x="0" y="65836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9353398" y="4954905"/>
            <a:ext cx="7998714" cy="1282446"/>
          </a:xfrm>
          <a:custGeom>
            <a:avLst/>
            <a:gdLst/>
            <a:ahLst/>
            <a:cxnLst/>
            <a:rect l="l" t="t" r="r" b="b"/>
            <a:pathLst>
              <a:path w="7998714" h="1282446">
                <a:moveTo>
                  <a:pt x="0" y="0"/>
                </a:moveTo>
                <a:lnTo>
                  <a:pt x="7998714" y="0"/>
                </a:lnTo>
                <a:lnTo>
                  <a:pt x="7998714" y="1282446"/>
                </a:lnTo>
                <a:lnTo>
                  <a:pt x="0" y="12824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9720415" y="5266944"/>
            <a:ext cx="658368" cy="658368"/>
          </a:xfrm>
          <a:custGeom>
            <a:avLst/>
            <a:gdLst/>
            <a:ahLst/>
            <a:cxnLst/>
            <a:rect l="l" t="t" r="r" b="b"/>
            <a:pathLst>
              <a:path w="658368" h="658368">
                <a:moveTo>
                  <a:pt x="0" y="0"/>
                </a:moveTo>
                <a:lnTo>
                  <a:pt x="658368" y="0"/>
                </a:lnTo>
                <a:lnTo>
                  <a:pt x="658368" y="658368"/>
                </a:lnTo>
                <a:lnTo>
                  <a:pt x="0" y="65836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=""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964006" y="6491097"/>
            <a:ext cx="7998714" cy="1282446"/>
          </a:xfrm>
          <a:custGeom>
            <a:avLst/>
            <a:gdLst/>
            <a:ahLst/>
            <a:cxnLst/>
            <a:rect l="l" t="t" r="r" b="b"/>
            <a:pathLst>
              <a:path w="7998714" h="1282446">
                <a:moveTo>
                  <a:pt x="0" y="0"/>
                </a:moveTo>
                <a:lnTo>
                  <a:pt x="7998714" y="0"/>
                </a:lnTo>
                <a:lnTo>
                  <a:pt x="7998714" y="1282446"/>
                </a:lnTo>
                <a:lnTo>
                  <a:pt x="0" y="12824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331024" y="6803136"/>
            <a:ext cx="658368" cy="658368"/>
          </a:xfrm>
          <a:custGeom>
            <a:avLst/>
            <a:gdLst/>
            <a:ahLst/>
            <a:cxnLst/>
            <a:rect l="l" t="t" r="r" b="b"/>
            <a:pathLst>
              <a:path w="658368" h="658368">
                <a:moveTo>
                  <a:pt x="0" y="0"/>
                </a:moveTo>
                <a:lnTo>
                  <a:pt x="658368" y="0"/>
                </a:lnTo>
                <a:lnTo>
                  <a:pt x="658368" y="658368"/>
                </a:lnTo>
                <a:lnTo>
                  <a:pt x="0" y="65836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9352255" y="6489954"/>
            <a:ext cx="8001000" cy="1284732"/>
          </a:xfrm>
          <a:custGeom>
            <a:avLst/>
            <a:gdLst/>
            <a:ahLst/>
            <a:cxnLst/>
            <a:rect l="l" t="t" r="r" b="b"/>
            <a:pathLst>
              <a:path w="8001000" h="1284732">
                <a:moveTo>
                  <a:pt x="0" y="0"/>
                </a:moveTo>
                <a:lnTo>
                  <a:pt x="8001000" y="0"/>
                </a:lnTo>
                <a:lnTo>
                  <a:pt x="8001000" y="1284732"/>
                </a:lnTo>
                <a:lnTo>
                  <a:pt x="0" y="1284732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="" xmlns:asvg="http://schemas.microsoft.com/office/drawing/2016/SVG/main" r:embed="rId18"/>
                </a:ext>
              </a:extLst>
            </a:blip>
            <a:stretch>
              <a:fillRect/>
            </a:stretch>
          </a:blipFill>
        </p:spPr>
      </p:sp>
      <p:grpSp>
        <p:nvGrpSpPr>
          <p:cNvPr id="16" name="Group 16"/>
          <p:cNvGrpSpPr/>
          <p:nvPr/>
        </p:nvGrpSpPr>
        <p:grpSpPr>
          <a:xfrm>
            <a:off x="9747847" y="6858000"/>
            <a:ext cx="548640" cy="548640"/>
            <a:chOff x="0" y="0"/>
            <a:chExt cx="487680" cy="48768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487680" cy="487680"/>
            </a:xfrm>
            <a:custGeom>
              <a:avLst/>
              <a:gdLst/>
              <a:ahLst/>
              <a:cxnLst/>
              <a:rect l="l" t="t" r="r" b="b"/>
              <a:pathLst>
                <a:path w="487680" h="487680">
                  <a:moveTo>
                    <a:pt x="0" y="0"/>
                  </a:moveTo>
                  <a:lnTo>
                    <a:pt x="487680" y="0"/>
                  </a:lnTo>
                  <a:lnTo>
                    <a:pt x="487680" y="487680"/>
                  </a:lnTo>
                  <a:lnTo>
                    <a:pt x="0" y="4876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/>
              </a:stretch>
            </a:blipFill>
          </p:spPr>
        </p:sp>
      </p:grpSp>
      <p:sp>
        <p:nvSpPr>
          <p:cNvPr id="18" name="TextBox 18"/>
          <p:cNvSpPr txBox="1"/>
          <p:nvPr/>
        </p:nvSpPr>
        <p:spPr>
          <a:xfrm>
            <a:off x="974408" y="989314"/>
            <a:ext cx="645170" cy="3221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56"/>
              </a:lnSpc>
            </a:pPr>
            <a:r>
              <a:rPr lang="en-US" sz="1754" b="1">
                <a:solidFill>
                  <a:srgbClr val="A855F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ШАГ 3 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084218" y="989313"/>
            <a:ext cx="3325982" cy="3206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456"/>
              </a:lnSpc>
            </a:pPr>
            <a:r>
              <a:rPr lang="en-US" sz="1754" b="1" dirty="0">
                <a:solidFill>
                  <a:srgbClr val="A855F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· GITHUB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74408" y="1695607"/>
            <a:ext cx="3770561" cy="9124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70"/>
              </a:lnSpc>
            </a:pPr>
            <a:r>
              <a:rPr lang="en-US" sz="4764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Токен доступа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728445" y="2883484"/>
            <a:ext cx="58043" cy="3820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29"/>
              </a:lnSpc>
            </a:pPr>
            <a:r>
              <a:rPr lang="en-US" sz="2021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74408" y="2883484"/>
            <a:ext cx="15235813" cy="3590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29"/>
              </a:lnSpc>
            </a:pPr>
            <a:r>
              <a:rPr lang="en-US" sz="2021" b="1" dirty="0" err="1" smtClean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Токен</a:t>
            </a:r>
            <a:r>
              <a:rPr lang="ru-RU" sz="2021" b="1" dirty="0" smtClean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sz="2021" b="1" dirty="0" err="1" smtClean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нужен,чтобы</a:t>
            </a:r>
            <a:r>
              <a:rPr lang="ru-RU" sz="2021" b="1" dirty="0" smtClean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sz="2021" b="1" dirty="0" smtClean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Claude</a:t>
            </a:r>
            <a:r>
              <a:rPr lang="ru-RU" sz="2021" b="1" dirty="0" smtClean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 </a:t>
            </a:r>
            <a:r>
              <a:rPr lang="en-US" sz="2021" b="1" dirty="0" smtClean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Code</a:t>
            </a:r>
            <a:r>
              <a:rPr lang="ru-RU" sz="2021" b="1" dirty="0" smtClean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sz="2021" b="1" dirty="0" err="1" smtClean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мог</a:t>
            </a:r>
            <a:r>
              <a:rPr lang="ru-RU" sz="2021" b="1" dirty="0" smtClean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sz="2021" b="1" dirty="0" err="1" smtClean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сохранять</a:t>
            </a:r>
            <a:r>
              <a:rPr lang="en-US" sz="2021" b="1" dirty="0" smtClean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sz="2021" b="1" dirty="0" err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проект</a:t>
            </a:r>
            <a:r>
              <a:rPr lang="en-US" sz="2021" b="1" dirty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в </a:t>
            </a:r>
            <a:r>
              <a:rPr lang="en-US" sz="2021" b="1" dirty="0" err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ваш</a:t>
            </a:r>
            <a:r>
              <a:rPr lang="en-US" sz="2021" b="1" dirty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GitHub </a:t>
            </a:r>
            <a:r>
              <a:rPr lang="en-US" sz="2021" b="1" dirty="0" err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без</a:t>
            </a:r>
            <a:r>
              <a:rPr lang="en-US" sz="2021" b="1" dirty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sz="2021" b="1" dirty="0" err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ввода</a:t>
            </a:r>
            <a:r>
              <a:rPr lang="en-US" sz="2021" b="1" dirty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sz="2021" b="1" dirty="0" err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пароля</a:t>
            </a:r>
            <a:r>
              <a:rPr lang="en-US" sz="2021" b="1" dirty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. </a:t>
            </a:r>
            <a:r>
              <a:rPr lang="en-US" sz="2021" b="1" dirty="0" err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Создаётся</a:t>
            </a:r>
            <a:r>
              <a:rPr lang="en-US" sz="2021" b="1" dirty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sz="2021" b="1" dirty="0" err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один</a:t>
            </a:r>
            <a:r>
              <a:rPr lang="en-US" sz="2021" b="1" dirty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sz="2021" b="1" dirty="0" err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раз</a:t>
            </a:r>
            <a:r>
              <a:rPr lang="en-US" sz="2021" b="1" dirty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580740" y="3910203"/>
            <a:ext cx="138633" cy="402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12"/>
              </a:lnSpc>
            </a:pPr>
            <a:r>
              <a:rPr lang="en-US" sz="2151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580740" y="5446395"/>
            <a:ext cx="138633" cy="402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12"/>
              </a:lnSpc>
            </a:pPr>
            <a:r>
              <a:rPr lang="en-US" sz="2151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3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580740" y="6982587"/>
            <a:ext cx="138633" cy="402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12"/>
              </a:lnSpc>
            </a:pPr>
            <a:r>
              <a:rPr lang="en-US" sz="2151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5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970146" y="3910203"/>
            <a:ext cx="138633" cy="402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12"/>
              </a:lnSpc>
            </a:pPr>
            <a:r>
              <a:rPr lang="en-US" sz="2151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970146" y="5446395"/>
            <a:ext cx="138633" cy="402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12"/>
              </a:lnSpc>
            </a:pPr>
            <a:r>
              <a:rPr lang="en-US" sz="2151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4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2208847" y="3708497"/>
            <a:ext cx="3918961" cy="7437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1"/>
              </a:lnSpc>
            </a:pPr>
            <a:r>
              <a:rPr lang="en-US" sz="1949" b="1" dirty="0" err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Профиль</a:t>
            </a:r>
            <a:r>
              <a:rPr lang="en-US" sz="1949" b="1" dirty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</a:p>
          <a:p>
            <a:pPr algn="l">
              <a:lnSpc>
                <a:spcPts val="2658"/>
              </a:lnSpc>
            </a:pPr>
            <a:r>
              <a:rPr lang="en-US" sz="1650" b="1" dirty="0" err="1" smtClean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Меню</a:t>
            </a:r>
            <a:r>
              <a:rPr lang="ru-RU" sz="1650" b="1" dirty="0" smtClean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sz="1650" b="1" dirty="0" err="1" smtClean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аккаунта</a:t>
            </a:r>
            <a:r>
              <a:rPr lang="ru-RU" sz="1650" b="1" dirty="0" smtClean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sz="1650" b="1" dirty="0" smtClean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в</a:t>
            </a:r>
            <a:r>
              <a:rPr lang="ru-RU" sz="1650" b="1" dirty="0" smtClean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sz="1650" b="1" dirty="0" err="1" smtClean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правом</a:t>
            </a:r>
            <a:r>
              <a:rPr lang="ru-RU" sz="1650" b="1" dirty="0" smtClean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sz="1650" b="1" dirty="0" err="1" smtClean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верхнем</a:t>
            </a:r>
            <a:r>
              <a:rPr lang="en-US" sz="1650" b="1" dirty="0" smtClean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sz="1650" b="1" dirty="0" err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углу</a:t>
            </a:r>
            <a:endParaRPr lang="en-US" sz="1650" b="1" dirty="0">
              <a:solidFill>
                <a:srgbClr val="FFFFFF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2208848" y="6826148"/>
            <a:ext cx="1832149" cy="3571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7"/>
              </a:lnSpc>
            </a:pPr>
            <a:r>
              <a:rPr lang="en-US" sz="1876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Скопируйте сразу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2801307" y="7163867"/>
            <a:ext cx="46881" cy="3015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81"/>
              </a:lnSpc>
            </a:pPr>
            <a:r>
              <a:rPr lang="en-US" sz="1629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3668987" y="3756122"/>
            <a:ext cx="846534" cy="3571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7"/>
              </a:lnSpc>
            </a:pPr>
            <a:r>
              <a:rPr lang="en-US" sz="1876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Settings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3743082" y="4091483"/>
            <a:ext cx="46881" cy="3015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81"/>
              </a:lnSpc>
            </a:pPr>
            <a:r>
              <a:rPr lang="en-US" sz="1629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2208848" y="5289956"/>
            <a:ext cx="2261890" cy="3571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7"/>
              </a:lnSpc>
            </a:pPr>
            <a:r>
              <a:rPr lang="en-US" sz="1876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Personal access tokens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3123305" y="5627675"/>
            <a:ext cx="46881" cy="3015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81"/>
              </a:lnSpc>
            </a:pPr>
            <a:r>
              <a:rPr lang="en-US" sz="1629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0598239" y="3753764"/>
            <a:ext cx="1850901" cy="3571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7"/>
              </a:lnSpc>
            </a:pPr>
            <a:r>
              <a:rPr lang="en-US" sz="1876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Developer settings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0738014" y="4091483"/>
            <a:ext cx="46881" cy="3015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81"/>
              </a:lnSpc>
            </a:pPr>
            <a:r>
              <a:rPr lang="en-US" sz="1629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0598239" y="5289956"/>
            <a:ext cx="2233985" cy="3571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7"/>
              </a:lnSpc>
            </a:pPr>
            <a:r>
              <a:rPr lang="en-US" sz="1876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Настройте и создайте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1064297" y="5631675"/>
            <a:ext cx="46881" cy="3015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81"/>
              </a:lnSpc>
            </a:pPr>
            <a:r>
              <a:rPr lang="en-US" sz="1629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3307963" y="5652511"/>
            <a:ext cx="189756" cy="310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→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2208847" y="5627675"/>
            <a:ext cx="5206096" cy="2949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281"/>
              </a:lnSpc>
            </a:pPr>
            <a:r>
              <a:rPr lang="en-US" sz="1629" b="1" dirty="0" err="1" smtClean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Нажмите</a:t>
            </a:r>
            <a:r>
              <a:rPr lang="ru-RU" sz="1629" b="1" dirty="0" smtClean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sz="1629" b="1" dirty="0" smtClean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«Generate</a:t>
            </a:r>
            <a:r>
              <a:rPr lang="ru-RU" sz="1629" b="1" dirty="0" smtClean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sz="1629" b="1" dirty="0" smtClean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new</a:t>
            </a:r>
            <a:r>
              <a:rPr lang="ru-RU" sz="1629" b="1" dirty="0" smtClean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sz="1629" b="1" dirty="0" smtClean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token</a:t>
            </a:r>
            <a:r>
              <a:rPr lang="en-US" sz="1629" b="1" dirty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»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2208848" y="7163867"/>
            <a:ext cx="3918960" cy="2949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281"/>
              </a:lnSpc>
            </a:pPr>
            <a:r>
              <a:rPr lang="en-US" sz="1629" b="1" dirty="0" err="1" smtClean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Токен</a:t>
            </a:r>
            <a:r>
              <a:rPr lang="ru-RU" sz="1629" b="1" dirty="0" smtClean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sz="1629" b="1" dirty="0" err="1" smtClean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показывается</a:t>
            </a:r>
            <a:r>
              <a:rPr lang="ru-RU" sz="1629" b="1" dirty="0" smtClean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sz="1629" b="1" dirty="0" err="1" smtClean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только</a:t>
            </a:r>
            <a:r>
              <a:rPr lang="en-US" sz="1629" b="1" dirty="0" smtClean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sz="1629" b="1" dirty="0" err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один</a:t>
            </a:r>
            <a:r>
              <a:rPr lang="en-US" sz="1629" b="1" dirty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sz="1629" b="1" dirty="0" err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раз</a:t>
            </a:r>
            <a:endParaRPr lang="en-US" sz="1629" b="1" dirty="0">
              <a:solidFill>
                <a:srgbClr val="FFFFFF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</p:txBody>
      </p:sp>
      <p:sp>
        <p:nvSpPr>
          <p:cNvPr id="42" name="TextBox 42"/>
          <p:cNvSpPr txBox="1"/>
          <p:nvPr/>
        </p:nvSpPr>
        <p:spPr>
          <a:xfrm>
            <a:off x="3421342" y="3708935"/>
            <a:ext cx="224358" cy="379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49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→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0598239" y="5631675"/>
            <a:ext cx="4108361" cy="2949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281"/>
              </a:lnSpc>
            </a:pPr>
            <a:r>
              <a:rPr lang="en-US" sz="1629" b="1" dirty="0" err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Имя</a:t>
            </a:r>
            <a:r>
              <a:rPr lang="en-US" sz="1629" b="1" dirty="0" smtClean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,</a:t>
            </a:r>
            <a:r>
              <a:rPr lang="ru-RU" sz="1629" b="1" dirty="0" smtClean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sz="1629" b="1" dirty="0" err="1" smtClean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срок</a:t>
            </a:r>
            <a:r>
              <a:rPr lang="en-US" sz="1629" b="1" dirty="0" smtClean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,</a:t>
            </a:r>
            <a:r>
              <a:rPr lang="ru-RU" sz="1629" b="1" dirty="0" smtClean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sz="1629" b="1" dirty="0" err="1" smtClean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доступ</a:t>
            </a:r>
            <a:r>
              <a:rPr lang="ru-RU" sz="1629" b="1" dirty="0" smtClean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sz="1629" b="1" dirty="0" smtClean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к</a:t>
            </a:r>
            <a:r>
              <a:rPr lang="ru-RU" sz="1629" b="1" dirty="0" smtClean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sz="1629" b="1" dirty="0" smtClean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«repo</a:t>
            </a:r>
            <a:r>
              <a:rPr lang="en-US" sz="1629" b="1" dirty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»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0598239" y="4091483"/>
            <a:ext cx="2444725" cy="3015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81"/>
              </a:lnSpc>
            </a:pPr>
            <a:r>
              <a:rPr lang="en-US" sz="1629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В самом низу левого меню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3517518" y="5631675"/>
            <a:ext cx="849660" cy="3015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81"/>
              </a:lnSpc>
            </a:pPr>
            <a:r>
              <a:rPr lang="en-US" sz="1629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Generate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0529659" y="6931081"/>
            <a:ext cx="6632872" cy="518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25"/>
              </a:lnSpc>
            </a:pPr>
            <a:r>
              <a:rPr lang="en-US" sz="1629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Токен — как пароль. Никому не показывайте и не выводите на экран. Потеряли — создайте новый.</a:t>
            </a:r>
          </a:p>
        </p:txBody>
      </p:sp>
      <p:grpSp>
        <p:nvGrpSpPr>
          <p:cNvPr id="47" name="Group 47"/>
          <p:cNvGrpSpPr/>
          <p:nvPr/>
        </p:nvGrpSpPr>
        <p:grpSpPr>
          <a:xfrm>
            <a:off x="974408" y="9436608"/>
            <a:ext cx="411480" cy="411480"/>
            <a:chOff x="0" y="0"/>
            <a:chExt cx="365760" cy="365760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365760" cy="365760"/>
            </a:xfrm>
            <a:custGeom>
              <a:avLst/>
              <a:gdLst/>
              <a:ahLst/>
              <a:cxnLst/>
              <a:rect l="l" t="t" r="r" b="b"/>
              <a:pathLst>
                <a:path w="365760" h="365760">
                  <a:moveTo>
                    <a:pt x="0" y="0"/>
                  </a:moveTo>
                  <a:lnTo>
                    <a:pt x="365760" y="0"/>
                  </a:lnTo>
                  <a:lnTo>
                    <a:pt x="365760" y="365760"/>
                  </a:lnTo>
                  <a:lnTo>
                    <a:pt x="0" y="3657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/>
              </a:stretch>
            </a:blipFill>
          </p:spPr>
        </p:sp>
      </p:grpSp>
      <p:sp>
        <p:nvSpPr>
          <p:cNvPr id="49" name="TextBox 49"/>
          <p:cNvSpPr txBox="1"/>
          <p:nvPr/>
        </p:nvSpPr>
        <p:spPr>
          <a:xfrm>
            <a:off x="1440752" y="9550079"/>
            <a:ext cx="598289" cy="3015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81"/>
              </a:lnSpc>
            </a:pPr>
            <a:r>
              <a:rPr lang="en-US" sz="1629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Vibe42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7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902" y="0"/>
            <a:ext cx="18269712" cy="10287000"/>
            <a:chOff x="0" y="0"/>
            <a:chExt cx="101494171" cy="57150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1494177" cy="57150000"/>
            </a:xfrm>
            <a:custGeom>
              <a:avLst/>
              <a:gdLst/>
              <a:ahLst/>
              <a:cxnLst/>
              <a:rect l="l" t="t" r="r" b="b"/>
              <a:pathLst>
                <a:path w="101494177" h="57150000">
                  <a:moveTo>
                    <a:pt x="101494177" y="0"/>
                  </a:moveTo>
                  <a:lnTo>
                    <a:pt x="101494177" y="57150000"/>
                  </a:lnTo>
                  <a:lnTo>
                    <a:pt x="0" y="57150000"/>
                  </a:lnTo>
                  <a:lnTo>
                    <a:pt x="0" y="0"/>
                  </a:lnTo>
                  <a:lnTo>
                    <a:pt x="101494177" y="0"/>
                  </a:lnTo>
                  <a:close/>
                </a:path>
              </a:pathLst>
            </a:custGeom>
            <a:solidFill>
              <a:srgbClr val="1E0D3A"/>
            </a:solidFill>
          </p:spPr>
        </p:sp>
      </p:grpSp>
      <p:sp>
        <p:nvSpPr>
          <p:cNvPr id="4" name="Freeform 4"/>
          <p:cNvSpPr/>
          <p:nvPr/>
        </p:nvSpPr>
        <p:spPr>
          <a:xfrm>
            <a:off x="11992470" y="-3017520"/>
            <a:ext cx="8229600" cy="8229600"/>
          </a:xfrm>
          <a:custGeom>
            <a:avLst/>
            <a:gdLst/>
            <a:ahLst/>
            <a:cxnLst/>
            <a:rect l="l" t="t" r="r" b="b"/>
            <a:pathLst>
              <a:path w="8229600" h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792613" y="3578733"/>
            <a:ext cx="4146804" cy="3792474"/>
            <a:chOff x="0" y="0"/>
            <a:chExt cx="3686048" cy="337108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686048" cy="3371088"/>
            </a:xfrm>
            <a:custGeom>
              <a:avLst/>
              <a:gdLst/>
              <a:ahLst/>
              <a:cxnLst/>
              <a:rect l="l" t="t" r="r" b="b"/>
              <a:pathLst>
                <a:path w="3686048" h="3371088">
                  <a:moveTo>
                    <a:pt x="0" y="0"/>
                  </a:moveTo>
                  <a:lnTo>
                    <a:pt x="3686048" y="0"/>
                  </a:lnTo>
                  <a:lnTo>
                    <a:pt x="3686048" y="3371088"/>
                  </a:lnTo>
                  <a:lnTo>
                    <a:pt x="0" y="33710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sp>
        <p:nvSpPr>
          <p:cNvPr id="7" name="Freeform 7"/>
          <p:cNvSpPr/>
          <p:nvPr/>
        </p:nvSpPr>
        <p:spPr>
          <a:xfrm>
            <a:off x="964063" y="3693033"/>
            <a:ext cx="3803904" cy="3449574"/>
          </a:xfrm>
          <a:custGeom>
            <a:avLst/>
            <a:gdLst/>
            <a:ahLst/>
            <a:cxnLst/>
            <a:rect l="l" t="t" r="r" b="b"/>
            <a:pathLst>
              <a:path w="3803904" h="3449574">
                <a:moveTo>
                  <a:pt x="0" y="0"/>
                </a:moveTo>
                <a:lnTo>
                  <a:pt x="3803904" y="0"/>
                </a:lnTo>
                <a:lnTo>
                  <a:pt x="3803904" y="3449574"/>
                </a:lnTo>
                <a:lnTo>
                  <a:pt x="0" y="344957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2332234" y="4129659"/>
            <a:ext cx="1067562" cy="1067562"/>
          </a:xfrm>
          <a:custGeom>
            <a:avLst/>
            <a:gdLst/>
            <a:ahLst/>
            <a:cxnLst/>
            <a:rect l="l" t="t" r="r" b="b"/>
            <a:pathLst>
              <a:path w="1067562" h="1067562">
                <a:moveTo>
                  <a:pt x="0" y="0"/>
                </a:moveTo>
                <a:lnTo>
                  <a:pt x="1067562" y="0"/>
                </a:lnTo>
                <a:lnTo>
                  <a:pt x="1067562" y="1067562"/>
                </a:lnTo>
                <a:lnTo>
                  <a:pt x="0" y="106756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=""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2564263" y="4361688"/>
            <a:ext cx="603504" cy="603504"/>
            <a:chOff x="0" y="0"/>
            <a:chExt cx="536448" cy="53644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36448" cy="536448"/>
            </a:xfrm>
            <a:custGeom>
              <a:avLst/>
              <a:gdLst/>
              <a:ahLst/>
              <a:cxnLst/>
              <a:rect l="l" t="t" r="r" b="b"/>
              <a:pathLst>
                <a:path w="536448" h="536448">
                  <a:moveTo>
                    <a:pt x="0" y="0"/>
                  </a:moveTo>
                  <a:lnTo>
                    <a:pt x="536448" y="0"/>
                  </a:lnTo>
                  <a:lnTo>
                    <a:pt x="536448" y="536448"/>
                  </a:lnTo>
                  <a:lnTo>
                    <a:pt x="0" y="5364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4987309" y="3578733"/>
            <a:ext cx="4146804" cy="3792474"/>
            <a:chOff x="0" y="0"/>
            <a:chExt cx="3686048" cy="337108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686048" cy="3371088"/>
            </a:xfrm>
            <a:custGeom>
              <a:avLst/>
              <a:gdLst/>
              <a:ahLst/>
              <a:cxnLst/>
              <a:rect l="l" t="t" r="r" b="b"/>
              <a:pathLst>
                <a:path w="3686048" h="3371088">
                  <a:moveTo>
                    <a:pt x="0" y="0"/>
                  </a:moveTo>
                  <a:lnTo>
                    <a:pt x="3686048" y="0"/>
                  </a:lnTo>
                  <a:lnTo>
                    <a:pt x="3686048" y="3371088"/>
                  </a:lnTo>
                  <a:lnTo>
                    <a:pt x="0" y="33710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sp>
        <p:nvSpPr>
          <p:cNvPr id="13" name="Freeform 13"/>
          <p:cNvSpPr/>
          <p:nvPr/>
        </p:nvSpPr>
        <p:spPr>
          <a:xfrm>
            <a:off x="5158759" y="3693033"/>
            <a:ext cx="3803904" cy="3449574"/>
          </a:xfrm>
          <a:custGeom>
            <a:avLst/>
            <a:gdLst/>
            <a:ahLst/>
            <a:cxnLst/>
            <a:rect l="l" t="t" r="r" b="b"/>
            <a:pathLst>
              <a:path w="3803904" h="3449574">
                <a:moveTo>
                  <a:pt x="0" y="0"/>
                </a:moveTo>
                <a:lnTo>
                  <a:pt x="3803904" y="0"/>
                </a:lnTo>
                <a:lnTo>
                  <a:pt x="3803904" y="3449574"/>
                </a:lnTo>
                <a:lnTo>
                  <a:pt x="0" y="344957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=""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6526930" y="4129659"/>
            <a:ext cx="1067562" cy="1067562"/>
          </a:xfrm>
          <a:custGeom>
            <a:avLst/>
            <a:gdLst/>
            <a:ahLst/>
            <a:cxnLst/>
            <a:rect l="l" t="t" r="r" b="b"/>
            <a:pathLst>
              <a:path w="1067562" h="1067562">
                <a:moveTo>
                  <a:pt x="0" y="0"/>
                </a:moveTo>
                <a:lnTo>
                  <a:pt x="1067562" y="0"/>
                </a:lnTo>
                <a:lnTo>
                  <a:pt x="1067562" y="1067562"/>
                </a:lnTo>
                <a:lnTo>
                  <a:pt x="0" y="106756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=""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grpSp>
        <p:nvGrpSpPr>
          <p:cNvPr id="15" name="Group 15"/>
          <p:cNvGrpSpPr/>
          <p:nvPr/>
        </p:nvGrpSpPr>
        <p:grpSpPr>
          <a:xfrm>
            <a:off x="6758959" y="4361688"/>
            <a:ext cx="603504" cy="603504"/>
            <a:chOff x="0" y="0"/>
            <a:chExt cx="536448" cy="536448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536448" cy="536448"/>
            </a:xfrm>
            <a:custGeom>
              <a:avLst/>
              <a:gdLst/>
              <a:ahLst/>
              <a:cxnLst/>
              <a:rect l="l" t="t" r="r" b="b"/>
              <a:pathLst>
                <a:path w="536448" h="536448">
                  <a:moveTo>
                    <a:pt x="0" y="0"/>
                  </a:moveTo>
                  <a:lnTo>
                    <a:pt x="536448" y="0"/>
                  </a:lnTo>
                  <a:lnTo>
                    <a:pt x="536448" y="536448"/>
                  </a:lnTo>
                  <a:lnTo>
                    <a:pt x="0" y="5364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/>
              </a:stretch>
            </a:blipFill>
          </p:spPr>
        </p:sp>
      </p:grpSp>
      <p:grpSp>
        <p:nvGrpSpPr>
          <p:cNvPr id="17" name="Group 17"/>
          <p:cNvGrpSpPr/>
          <p:nvPr/>
        </p:nvGrpSpPr>
        <p:grpSpPr>
          <a:xfrm>
            <a:off x="9182005" y="3578733"/>
            <a:ext cx="4146804" cy="3792474"/>
            <a:chOff x="0" y="0"/>
            <a:chExt cx="3686048" cy="3371088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3686048" cy="3371088"/>
            </a:xfrm>
            <a:custGeom>
              <a:avLst/>
              <a:gdLst/>
              <a:ahLst/>
              <a:cxnLst/>
              <a:rect l="l" t="t" r="r" b="b"/>
              <a:pathLst>
                <a:path w="3686048" h="3371088">
                  <a:moveTo>
                    <a:pt x="0" y="0"/>
                  </a:moveTo>
                  <a:lnTo>
                    <a:pt x="3686048" y="0"/>
                  </a:lnTo>
                  <a:lnTo>
                    <a:pt x="3686048" y="3371088"/>
                  </a:lnTo>
                  <a:lnTo>
                    <a:pt x="0" y="33710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sp>
        <p:nvSpPr>
          <p:cNvPr id="19" name="Freeform 19"/>
          <p:cNvSpPr/>
          <p:nvPr/>
        </p:nvSpPr>
        <p:spPr>
          <a:xfrm>
            <a:off x="9353455" y="3693033"/>
            <a:ext cx="3803904" cy="3449574"/>
          </a:xfrm>
          <a:custGeom>
            <a:avLst/>
            <a:gdLst/>
            <a:ahLst/>
            <a:cxnLst/>
            <a:rect l="l" t="t" r="r" b="b"/>
            <a:pathLst>
              <a:path w="3803904" h="3449574">
                <a:moveTo>
                  <a:pt x="0" y="0"/>
                </a:moveTo>
                <a:lnTo>
                  <a:pt x="3803904" y="0"/>
                </a:lnTo>
                <a:lnTo>
                  <a:pt x="3803904" y="3449574"/>
                </a:lnTo>
                <a:lnTo>
                  <a:pt x="0" y="344957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=""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10721626" y="4129659"/>
            <a:ext cx="1067562" cy="1067562"/>
          </a:xfrm>
          <a:custGeom>
            <a:avLst/>
            <a:gdLst/>
            <a:ahLst/>
            <a:cxnLst/>
            <a:rect l="l" t="t" r="r" b="b"/>
            <a:pathLst>
              <a:path w="1067562" h="1067562">
                <a:moveTo>
                  <a:pt x="0" y="0"/>
                </a:moveTo>
                <a:lnTo>
                  <a:pt x="1067562" y="0"/>
                </a:lnTo>
                <a:lnTo>
                  <a:pt x="1067562" y="1067562"/>
                </a:lnTo>
                <a:lnTo>
                  <a:pt x="0" y="106756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=""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grpSp>
        <p:nvGrpSpPr>
          <p:cNvPr id="21" name="Group 21"/>
          <p:cNvGrpSpPr/>
          <p:nvPr/>
        </p:nvGrpSpPr>
        <p:grpSpPr>
          <a:xfrm>
            <a:off x="10953655" y="4361688"/>
            <a:ext cx="603504" cy="603504"/>
            <a:chOff x="0" y="0"/>
            <a:chExt cx="536448" cy="536448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536448" cy="536448"/>
            </a:xfrm>
            <a:custGeom>
              <a:avLst/>
              <a:gdLst/>
              <a:ahLst/>
              <a:cxnLst/>
              <a:rect l="l" t="t" r="r" b="b"/>
              <a:pathLst>
                <a:path w="536448" h="536448">
                  <a:moveTo>
                    <a:pt x="0" y="0"/>
                  </a:moveTo>
                  <a:lnTo>
                    <a:pt x="536448" y="0"/>
                  </a:lnTo>
                  <a:lnTo>
                    <a:pt x="536448" y="536448"/>
                  </a:lnTo>
                  <a:lnTo>
                    <a:pt x="0" y="5364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/>
              </a:stretch>
            </a:blipFill>
          </p:spPr>
        </p:sp>
      </p:grpSp>
      <p:grpSp>
        <p:nvGrpSpPr>
          <p:cNvPr id="23" name="Group 23"/>
          <p:cNvGrpSpPr/>
          <p:nvPr/>
        </p:nvGrpSpPr>
        <p:grpSpPr>
          <a:xfrm>
            <a:off x="13376700" y="3578733"/>
            <a:ext cx="4146804" cy="3792474"/>
            <a:chOff x="0" y="0"/>
            <a:chExt cx="3686048" cy="3371088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3686048" cy="3371088"/>
            </a:xfrm>
            <a:custGeom>
              <a:avLst/>
              <a:gdLst/>
              <a:ahLst/>
              <a:cxnLst/>
              <a:rect l="l" t="t" r="r" b="b"/>
              <a:pathLst>
                <a:path w="3686048" h="3371088">
                  <a:moveTo>
                    <a:pt x="0" y="0"/>
                  </a:moveTo>
                  <a:lnTo>
                    <a:pt x="3686048" y="0"/>
                  </a:lnTo>
                  <a:lnTo>
                    <a:pt x="3686048" y="3371088"/>
                  </a:lnTo>
                  <a:lnTo>
                    <a:pt x="0" y="33710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/>
              </a:stretch>
            </a:blipFill>
          </p:spPr>
        </p:sp>
      </p:grpSp>
      <p:sp>
        <p:nvSpPr>
          <p:cNvPr id="25" name="Freeform 25"/>
          <p:cNvSpPr/>
          <p:nvPr/>
        </p:nvSpPr>
        <p:spPr>
          <a:xfrm>
            <a:off x="13548150" y="3693033"/>
            <a:ext cx="3803904" cy="3449574"/>
          </a:xfrm>
          <a:custGeom>
            <a:avLst/>
            <a:gdLst/>
            <a:ahLst/>
            <a:cxnLst/>
            <a:rect l="l" t="t" r="r" b="b"/>
            <a:pathLst>
              <a:path w="3803904" h="3449574">
                <a:moveTo>
                  <a:pt x="0" y="0"/>
                </a:moveTo>
                <a:lnTo>
                  <a:pt x="3803904" y="0"/>
                </a:lnTo>
                <a:lnTo>
                  <a:pt x="3803904" y="3449574"/>
                </a:lnTo>
                <a:lnTo>
                  <a:pt x="0" y="344957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="" xmlns:asvg="http://schemas.microsoft.com/office/drawing/2016/SVG/main" r:embed="rId18"/>
                </a:ext>
              </a:extLst>
            </a:blip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>
            <a:off x="14916321" y="4129659"/>
            <a:ext cx="1067562" cy="1067562"/>
          </a:xfrm>
          <a:custGeom>
            <a:avLst/>
            <a:gdLst/>
            <a:ahLst/>
            <a:cxnLst/>
            <a:rect l="l" t="t" r="r" b="b"/>
            <a:pathLst>
              <a:path w="1067562" h="1067562">
                <a:moveTo>
                  <a:pt x="0" y="0"/>
                </a:moveTo>
                <a:lnTo>
                  <a:pt x="1067562" y="0"/>
                </a:lnTo>
                <a:lnTo>
                  <a:pt x="1067562" y="1067562"/>
                </a:lnTo>
                <a:lnTo>
                  <a:pt x="0" y="106756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=""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</p:sp>
      <p:grpSp>
        <p:nvGrpSpPr>
          <p:cNvPr id="27" name="Group 27"/>
          <p:cNvGrpSpPr/>
          <p:nvPr/>
        </p:nvGrpSpPr>
        <p:grpSpPr>
          <a:xfrm>
            <a:off x="15148350" y="4361688"/>
            <a:ext cx="603504" cy="603504"/>
            <a:chOff x="0" y="0"/>
            <a:chExt cx="536448" cy="536448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536448" cy="536448"/>
            </a:xfrm>
            <a:custGeom>
              <a:avLst/>
              <a:gdLst/>
              <a:ahLst/>
              <a:cxnLst/>
              <a:rect l="l" t="t" r="r" b="b"/>
              <a:pathLst>
                <a:path w="536448" h="536448">
                  <a:moveTo>
                    <a:pt x="0" y="0"/>
                  </a:moveTo>
                  <a:lnTo>
                    <a:pt x="536448" y="0"/>
                  </a:lnTo>
                  <a:lnTo>
                    <a:pt x="536448" y="536448"/>
                  </a:lnTo>
                  <a:lnTo>
                    <a:pt x="0" y="5364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/>
              </a:stretch>
            </a:blipFill>
          </p:spPr>
        </p:sp>
      </p:grpSp>
      <p:sp>
        <p:nvSpPr>
          <p:cNvPr id="29" name="Freeform 29"/>
          <p:cNvSpPr/>
          <p:nvPr/>
        </p:nvSpPr>
        <p:spPr>
          <a:xfrm>
            <a:off x="963892" y="8219313"/>
            <a:ext cx="16388334" cy="1186434"/>
          </a:xfrm>
          <a:custGeom>
            <a:avLst/>
            <a:gdLst/>
            <a:ahLst/>
            <a:cxnLst/>
            <a:rect l="l" t="t" r="r" b="b"/>
            <a:pathLst>
              <a:path w="16388334" h="1186434">
                <a:moveTo>
                  <a:pt x="0" y="0"/>
                </a:moveTo>
                <a:lnTo>
                  <a:pt x="16388334" y="0"/>
                </a:lnTo>
                <a:lnTo>
                  <a:pt x="16388334" y="1186434"/>
                </a:lnTo>
                <a:lnTo>
                  <a:pt x="0" y="1186434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="" xmlns:asvg="http://schemas.microsoft.com/office/drawing/2016/SVG/main" r:embed="rId22"/>
                </a:ext>
              </a:extLst>
            </a:blip>
            <a:stretch>
              <a:fillRect/>
            </a:stretch>
          </a:blipFill>
        </p:spPr>
      </p:sp>
      <p:grpSp>
        <p:nvGrpSpPr>
          <p:cNvPr id="30" name="Group 30"/>
          <p:cNvGrpSpPr/>
          <p:nvPr/>
        </p:nvGrpSpPr>
        <p:grpSpPr>
          <a:xfrm>
            <a:off x="1385888" y="8531352"/>
            <a:ext cx="576072" cy="576072"/>
            <a:chOff x="0" y="0"/>
            <a:chExt cx="512064" cy="512064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512064" cy="512064"/>
            </a:xfrm>
            <a:custGeom>
              <a:avLst/>
              <a:gdLst/>
              <a:ahLst/>
              <a:cxnLst/>
              <a:rect l="l" t="t" r="r" b="b"/>
              <a:pathLst>
                <a:path w="512064" h="512064">
                  <a:moveTo>
                    <a:pt x="0" y="0"/>
                  </a:moveTo>
                  <a:lnTo>
                    <a:pt x="512064" y="0"/>
                  </a:lnTo>
                  <a:lnTo>
                    <a:pt x="512064" y="512064"/>
                  </a:lnTo>
                  <a:lnTo>
                    <a:pt x="0" y="5120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3"/>
              <a:stretch>
                <a:fillRect/>
              </a:stretch>
            </a:blipFill>
          </p:spPr>
        </p:sp>
      </p:grpSp>
      <p:grpSp>
        <p:nvGrpSpPr>
          <p:cNvPr id="32" name="Group 32"/>
          <p:cNvGrpSpPr/>
          <p:nvPr/>
        </p:nvGrpSpPr>
        <p:grpSpPr>
          <a:xfrm>
            <a:off x="974408" y="9436608"/>
            <a:ext cx="411480" cy="411480"/>
            <a:chOff x="0" y="0"/>
            <a:chExt cx="365760" cy="36576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365760" cy="365760"/>
            </a:xfrm>
            <a:custGeom>
              <a:avLst/>
              <a:gdLst/>
              <a:ahLst/>
              <a:cxnLst/>
              <a:rect l="l" t="t" r="r" b="b"/>
              <a:pathLst>
                <a:path w="365760" h="365760">
                  <a:moveTo>
                    <a:pt x="0" y="0"/>
                  </a:moveTo>
                  <a:lnTo>
                    <a:pt x="365760" y="0"/>
                  </a:lnTo>
                  <a:lnTo>
                    <a:pt x="365760" y="365760"/>
                  </a:lnTo>
                  <a:lnTo>
                    <a:pt x="0" y="3657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/>
              <a:stretch>
                <a:fillRect/>
              </a:stretch>
            </a:blipFill>
          </p:spPr>
        </p:sp>
      </p:grpSp>
      <p:sp>
        <p:nvSpPr>
          <p:cNvPr id="34" name="TextBox 34"/>
          <p:cNvSpPr txBox="1"/>
          <p:nvPr/>
        </p:nvSpPr>
        <p:spPr>
          <a:xfrm>
            <a:off x="974408" y="989314"/>
            <a:ext cx="645170" cy="3221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56"/>
              </a:lnSpc>
            </a:pPr>
            <a:r>
              <a:rPr lang="en-US" sz="1754" b="1">
                <a:solidFill>
                  <a:srgbClr val="A855F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ШАГ 4 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2084218" y="989314"/>
            <a:ext cx="1447726" cy="3221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56"/>
              </a:lnSpc>
            </a:pPr>
            <a:r>
              <a:rPr lang="en-US" sz="1754" b="1">
                <a:solidFill>
                  <a:srgbClr val="A855F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· ВАЙБКОДИНГ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974407" y="1695607"/>
            <a:ext cx="5663878" cy="9124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70"/>
              </a:lnSpc>
            </a:pPr>
            <a:r>
              <a:rPr lang="en-US" sz="4764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Сборка и публикация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819627" y="2883484"/>
            <a:ext cx="58043" cy="3820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29"/>
              </a:lnSpc>
            </a:pPr>
            <a:r>
              <a:rPr lang="en-US" sz="2021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974407" y="2883484"/>
            <a:ext cx="9742066" cy="3820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29"/>
              </a:lnSpc>
            </a:pPr>
            <a:r>
              <a:rPr lang="en-US" sz="2021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ClaudeCodeстроитпроектпотехзаданию.Выповторяете цикл, пока результат не устроит: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2208848" y="8687024"/>
            <a:ext cx="752103" cy="3571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7"/>
              </a:lnSpc>
            </a:pPr>
            <a:r>
              <a:rPr lang="en-US" sz="1876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Готово 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682639" y="5623331"/>
            <a:ext cx="2414145" cy="668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9"/>
              </a:lnSpc>
            </a:pPr>
            <a:r>
              <a:rPr lang="en-US" sz="1949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Читает PRD.md</a:t>
            </a:r>
          </a:p>
          <a:p>
            <a:pPr algn="ctr">
              <a:lnSpc>
                <a:spcPts val="2310"/>
              </a:lnSpc>
            </a:pPr>
            <a:r>
              <a:rPr lang="en-US" sz="1650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Берёт ваше техзадание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5678124" y="5623331"/>
            <a:ext cx="2820638" cy="668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9"/>
              </a:lnSpc>
            </a:pPr>
            <a:r>
              <a:rPr lang="en-US" sz="1949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Собирает по частям</a:t>
            </a:r>
          </a:p>
          <a:p>
            <a:pPr algn="ctr">
              <a:lnSpc>
                <a:spcPts val="2310"/>
              </a:lnSpc>
            </a:pPr>
            <a:r>
              <a:rPr lang="en-US" sz="1650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Структуру, страницы, стиль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6721883" y="7620962"/>
            <a:ext cx="4054301" cy="3571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7"/>
              </a:lnSpc>
            </a:pPr>
            <a:r>
              <a:rPr lang="en-US" sz="1876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повторяйте, пока не устроит результат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9945100" y="5623331"/>
            <a:ext cx="2673177" cy="668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9"/>
              </a:lnSpc>
            </a:pPr>
            <a:r>
              <a:rPr lang="en-US" sz="1949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Вы проверяете</a:t>
            </a:r>
          </a:p>
          <a:p>
            <a:pPr algn="ctr">
              <a:lnSpc>
                <a:spcPts val="2310"/>
              </a:lnSpc>
            </a:pPr>
            <a:r>
              <a:rPr lang="en-US" sz="1650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Смотрите, что получилось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3394496" y="8687024"/>
            <a:ext cx="10665842" cy="3571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7"/>
              </a:lnSpc>
            </a:pPr>
            <a:r>
              <a:rPr lang="en-US" sz="1876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сохраните версию в GitHub (commit) и опубликуйте — сайт живёт по ссылке (GitHub Pages или Vercel).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3991692" y="5623331"/>
            <a:ext cx="2975258" cy="668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9"/>
              </a:lnSpc>
            </a:pPr>
            <a:r>
              <a:rPr lang="en-US" sz="1949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Уточняете словами</a:t>
            </a:r>
          </a:p>
          <a:p>
            <a:pPr algn="ctr">
              <a:lnSpc>
                <a:spcPts val="2310"/>
              </a:lnSpc>
            </a:pPr>
            <a:r>
              <a:rPr lang="en-US" sz="1650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«Сделай заголовки крупнее»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440752" y="9550079"/>
            <a:ext cx="598289" cy="3015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81"/>
              </a:lnSpc>
            </a:pPr>
            <a:r>
              <a:rPr lang="en-US" sz="1629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Vibe42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4753808" y="5265034"/>
            <a:ext cx="374600" cy="612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62"/>
              </a:lnSpc>
            </a:pPr>
            <a:r>
              <a:rPr lang="en-US" sz="3258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→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8948504" y="5265034"/>
            <a:ext cx="374600" cy="612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62"/>
              </a:lnSpc>
            </a:pPr>
            <a:r>
              <a:rPr lang="en-US" sz="3258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→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3143200" y="5265034"/>
            <a:ext cx="374600" cy="612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62"/>
              </a:lnSpc>
            </a:pPr>
            <a:r>
              <a:rPr lang="en-US" sz="3258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→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6521858" y="7714107"/>
            <a:ext cx="200025" cy="379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49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↻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3146850" y="8639837"/>
            <a:ext cx="224358" cy="379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49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→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7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194560" y="-1828800"/>
            <a:ext cx="8229600" cy="8229600"/>
            <a:chOff x="0" y="0"/>
            <a:chExt cx="10972800" cy="1097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972800" cy="10972800"/>
            </a:xfrm>
            <a:custGeom>
              <a:avLst/>
              <a:gdLst/>
              <a:ahLst/>
              <a:cxnLst/>
              <a:rect l="l" t="t" r="r" b="b"/>
              <a:pathLst>
                <a:path w="10972800" h="10972800">
                  <a:moveTo>
                    <a:pt x="0" y="5486400"/>
                  </a:moveTo>
                  <a:cubicBezTo>
                    <a:pt x="0" y="2456307"/>
                    <a:pt x="2456307" y="0"/>
                    <a:pt x="5486400" y="0"/>
                  </a:cubicBezTo>
                  <a:cubicBezTo>
                    <a:pt x="8516493" y="0"/>
                    <a:pt x="10972800" y="2456307"/>
                    <a:pt x="10972800" y="5486400"/>
                  </a:cubicBezTo>
                  <a:cubicBezTo>
                    <a:pt x="10972800" y="8516493"/>
                    <a:pt x="8516493" y="10972800"/>
                    <a:pt x="5486400" y="10972800"/>
                  </a:cubicBezTo>
                  <a:cubicBezTo>
                    <a:pt x="2456307" y="10972800"/>
                    <a:pt x="0" y="8516493"/>
                    <a:pt x="0" y="5486400"/>
                  </a:cubicBezTo>
                  <a:close/>
                </a:path>
              </a:pathLst>
            </a:custGeom>
            <a:solidFill>
              <a:srgbClr val="7C3AED">
                <a:alpha val="3922"/>
              </a:srgbClr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3167360" y="5852160"/>
            <a:ext cx="6949354" cy="6949354"/>
            <a:chOff x="0" y="0"/>
            <a:chExt cx="9265806" cy="926580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265920" cy="9265920"/>
            </a:xfrm>
            <a:custGeom>
              <a:avLst/>
              <a:gdLst/>
              <a:ahLst/>
              <a:cxnLst/>
              <a:rect l="l" t="t" r="r" b="b"/>
              <a:pathLst>
                <a:path w="9265920" h="9265920">
                  <a:moveTo>
                    <a:pt x="0" y="4632960"/>
                  </a:moveTo>
                  <a:cubicBezTo>
                    <a:pt x="0" y="2074164"/>
                    <a:pt x="2074164" y="0"/>
                    <a:pt x="4632960" y="0"/>
                  </a:cubicBezTo>
                  <a:cubicBezTo>
                    <a:pt x="7191756" y="0"/>
                    <a:pt x="9265920" y="2074164"/>
                    <a:pt x="9265920" y="4632960"/>
                  </a:cubicBezTo>
                  <a:cubicBezTo>
                    <a:pt x="9265920" y="7191756"/>
                    <a:pt x="7191756" y="9265920"/>
                    <a:pt x="4632960" y="9265920"/>
                  </a:cubicBezTo>
                  <a:cubicBezTo>
                    <a:pt x="2074164" y="9265920"/>
                    <a:pt x="0" y="7191629"/>
                    <a:pt x="0" y="4632960"/>
                  </a:cubicBezTo>
                  <a:close/>
                </a:path>
              </a:pathLst>
            </a:custGeom>
            <a:solidFill>
              <a:srgbClr val="6D28D9">
                <a:alpha val="3137"/>
              </a:srgbClr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4996160" y="-1097280"/>
            <a:ext cx="2926347" cy="2926347"/>
            <a:chOff x="0" y="0"/>
            <a:chExt cx="3901796" cy="390179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901821" cy="3901821"/>
            </a:xfrm>
            <a:custGeom>
              <a:avLst/>
              <a:gdLst/>
              <a:ahLst/>
              <a:cxnLst/>
              <a:rect l="l" t="t" r="r" b="b"/>
              <a:pathLst>
                <a:path w="3901821" h="3901821">
                  <a:moveTo>
                    <a:pt x="0" y="1950847"/>
                  </a:moveTo>
                  <a:cubicBezTo>
                    <a:pt x="0" y="873506"/>
                    <a:pt x="873506" y="0"/>
                    <a:pt x="1950847" y="0"/>
                  </a:cubicBezTo>
                  <a:cubicBezTo>
                    <a:pt x="3028188" y="0"/>
                    <a:pt x="3901821" y="873506"/>
                    <a:pt x="3901821" y="1950847"/>
                  </a:cubicBezTo>
                  <a:cubicBezTo>
                    <a:pt x="3901821" y="3028188"/>
                    <a:pt x="3028315" y="3901821"/>
                    <a:pt x="1950847" y="3901821"/>
                  </a:cubicBezTo>
                  <a:cubicBezTo>
                    <a:pt x="873379" y="3901821"/>
                    <a:pt x="0" y="3028315"/>
                    <a:pt x="0" y="1950847"/>
                  </a:cubicBezTo>
                  <a:close/>
                </a:path>
              </a:pathLst>
            </a:custGeom>
            <a:solidFill>
              <a:srgbClr val="A855F7">
                <a:alpha val="6275"/>
              </a:srgbClr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-365760" y="7680960"/>
            <a:ext cx="2743200" cy="2743200"/>
            <a:chOff x="0" y="0"/>
            <a:chExt cx="3657600" cy="36576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657600" cy="3657600"/>
            </a:xfrm>
            <a:custGeom>
              <a:avLst/>
              <a:gdLst/>
              <a:ahLst/>
              <a:cxnLst/>
              <a:rect l="l" t="t" r="r" b="b"/>
              <a:pathLst>
                <a:path w="3657600" h="3657600">
                  <a:moveTo>
                    <a:pt x="0" y="1828800"/>
                  </a:moveTo>
                  <a:cubicBezTo>
                    <a:pt x="0" y="818769"/>
                    <a:pt x="818769" y="0"/>
                    <a:pt x="1828800" y="0"/>
                  </a:cubicBezTo>
                  <a:cubicBezTo>
                    <a:pt x="2838831" y="0"/>
                    <a:pt x="3657600" y="818769"/>
                    <a:pt x="3657600" y="1828800"/>
                  </a:cubicBezTo>
                  <a:cubicBezTo>
                    <a:pt x="3657600" y="2838831"/>
                    <a:pt x="2838831" y="3657600"/>
                    <a:pt x="1828800" y="3657600"/>
                  </a:cubicBezTo>
                  <a:cubicBezTo>
                    <a:pt x="818769" y="3657600"/>
                    <a:pt x="0" y="2838831"/>
                    <a:pt x="0" y="1828800"/>
                  </a:cubicBezTo>
                  <a:close/>
                </a:path>
              </a:pathLst>
            </a:custGeom>
            <a:solidFill>
              <a:srgbClr val="C084FC">
                <a:alpha val="3137"/>
              </a:srgbClr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914400" y="822960"/>
            <a:ext cx="16459200" cy="1188453"/>
            <a:chOff x="0" y="0"/>
            <a:chExt cx="21945600" cy="1584604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1945600" cy="1584600"/>
            </a:xfrm>
            <a:custGeom>
              <a:avLst/>
              <a:gdLst/>
              <a:ahLst/>
              <a:cxnLst/>
              <a:rect l="l" t="t" r="r" b="b"/>
              <a:pathLst>
                <a:path w="21945600" h="1584600">
                  <a:moveTo>
                    <a:pt x="0" y="0"/>
                  </a:moveTo>
                  <a:lnTo>
                    <a:pt x="21945600" y="0"/>
                  </a:lnTo>
                  <a:lnTo>
                    <a:pt x="21945600" y="1584600"/>
                  </a:lnTo>
                  <a:lnTo>
                    <a:pt x="0" y="1584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9853" b="-219854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-133350"/>
              <a:ext cx="21945600" cy="171795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739"/>
                </a:lnSpc>
              </a:pPr>
              <a:r>
                <a:rPr lang="en-US" sz="645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Vibe42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828800" y="2157984"/>
            <a:ext cx="14630400" cy="877948"/>
            <a:chOff x="0" y="0"/>
            <a:chExt cx="19507200" cy="1170597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9507200" cy="1170600"/>
            </a:xfrm>
            <a:custGeom>
              <a:avLst/>
              <a:gdLst/>
              <a:ahLst/>
              <a:cxnLst/>
              <a:rect l="l" t="t" r="r" b="b"/>
              <a:pathLst>
                <a:path w="19507200" h="1170600">
                  <a:moveTo>
                    <a:pt x="0" y="0"/>
                  </a:moveTo>
                  <a:lnTo>
                    <a:pt x="19507200" y="0"/>
                  </a:lnTo>
                  <a:lnTo>
                    <a:pt x="19507200" y="1170600"/>
                  </a:lnTo>
                  <a:lnTo>
                    <a:pt x="0" y="1170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74704" b="-274703"/>
              </a:stretch>
            </a:blipFill>
          </p:spPr>
        </p:sp>
        <p:sp>
          <p:nvSpPr>
            <p:cNvPr id="15" name="TextBox 15"/>
            <p:cNvSpPr txBox="1"/>
            <p:nvPr/>
          </p:nvSpPr>
          <p:spPr>
            <a:xfrm>
              <a:off x="0" y="-66675"/>
              <a:ext cx="19507200" cy="12372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A855F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Меняйся. Усиливай себя. Оставайся любопытным.</a:t>
              </a:r>
            </a:p>
          </p:txBody>
        </p:sp>
      </p:grpSp>
      <p:sp>
        <p:nvSpPr>
          <p:cNvPr id="16" name="AutoShape 16"/>
          <p:cNvSpPr/>
          <p:nvPr/>
        </p:nvSpPr>
        <p:spPr>
          <a:xfrm rot="15840">
            <a:off x="6388075" y="3250502"/>
            <a:ext cx="5511841" cy="0"/>
          </a:xfrm>
          <a:prstGeom prst="line">
            <a:avLst/>
          </a:prstGeom>
          <a:ln w="9525" cap="rnd">
            <a:solidFill>
              <a:srgbClr val="7C3AED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7" name="Group 17"/>
          <p:cNvGrpSpPr/>
          <p:nvPr/>
        </p:nvGrpSpPr>
        <p:grpSpPr>
          <a:xfrm>
            <a:off x="1828800" y="3840480"/>
            <a:ext cx="14630400" cy="877948"/>
            <a:chOff x="0" y="0"/>
            <a:chExt cx="19507200" cy="1170597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9507200" cy="1170600"/>
            </a:xfrm>
            <a:custGeom>
              <a:avLst/>
              <a:gdLst/>
              <a:ahLst/>
              <a:cxnLst/>
              <a:rect l="l" t="t" r="r" b="b"/>
              <a:pathLst>
                <a:path w="19507200" h="1170600">
                  <a:moveTo>
                    <a:pt x="0" y="0"/>
                  </a:moveTo>
                  <a:lnTo>
                    <a:pt x="19507200" y="0"/>
                  </a:lnTo>
                  <a:lnTo>
                    <a:pt x="19507200" y="1170600"/>
                  </a:lnTo>
                  <a:lnTo>
                    <a:pt x="0" y="1170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74704" b="-274703"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0" y="-66675"/>
              <a:ext cx="19507200" cy="12372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779"/>
                </a:lnSpc>
              </a:pPr>
              <a:r>
                <a:rPr lang="en-US" sz="315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Не нужно становиться программистом.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463040" y="4754880"/>
            <a:ext cx="15361653" cy="877948"/>
            <a:chOff x="0" y="0"/>
            <a:chExt cx="20482204" cy="1170597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0482199" cy="1170600"/>
            </a:xfrm>
            <a:custGeom>
              <a:avLst/>
              <a:gdLst/>
              <a:ahLst/>
              <a:cxnLst/>
              <a:rect l="l" t="t" r="r" b="b"/>
              <a:pathLst>
                <a:path w="20482199" h="1170600">
                  <a:moveTo>
                    <a:pt x="0" y="0"/>
                  </a:moveTo>
                  <a:lnTo>
                    <a:pt x="20482199" y="0"/>
                  </a:lnTo>
                  <a:lnTo>
                    <a:pt x="20482199" y="1170600"/>
                  </a:lnTo>
                  <a:lnTo>
                    <a:pt x="0" y="1170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90933" b="-290933"/>
              </a:stretch>
            </a:blipFill>
          </p:spPr>
        </p:sp>
        <p:sp>
          <p:nvSpPr>
            <p:cNvPr id="22" name="TextBox 22"/>
            <p:cNvSpPr txBox="1"/>
            <p:nvPr/>
          </p:nvSpPr>
          <p:spPr>
            <a:xfrm>
              <a:off x="0" y="-66675"/>
              <a:ext cx="20482204" cy="12372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779"/>
                </a:lnSpc>
              </a:pPr>
              <a:r>
                <a:rPr lang="en-US" sz="3150">
                  <a:solidFill>
                    <a:srgbClr val="E9D5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Нужно научиться использовать новый интеллект как своего помощника.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120640" y="6620256"/>
            <a:ext cx="8046453" cy="1371600"/>
            <a:chOff x="0" y="0"/>
            <a:chExt cx="10728604" cy="1828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0728578" cy="1828800"/>
            </a:xfrm>
            <a:custGeom>
              <a:avLst/>
              <a:gdLst/>
              <a:ahLst/>
              <a:cxnLst/>
              <a:rect l="l" t="t" r="r" b="b"/>
              <a:pathLst>
                <a:path w="10728578" h="1828800">
                  <a:moveTo>
                    <a:pt x="0" y="902208"/>
                  </a:moveTo>
                  <a:cubicBezTo>
                    <a:pt x="0" y="403987"/>
                    <a:pt x="403987" y="0"/>
                    <a:pt x="902208" y="0"/>
                  </a:cubicBezTo>
                  <a:lnTo>
                    <a:pt x="9826371" y="0"/>
                  </a:lnTo>
                  <a:cubicBezTo>
                    <a:pt x="10324592" y="0"/>
                    <a:pt x="10728578" y="403987"/>
                    <a:pt x="10728578" y="902208"/>
                  </a:cubicBezTo>
                  <a:lnTo>
                    <a:pt x="10728578" y="926592"/>
                  </a:lnTo>
                  <a:cubicBezTo>
                    <a:pt x="10728578" y="1424813"/>
                    <a:pt x="10324592" y="1828800"/>
                    <a:pt x="9826371" y="1828800"/>
                  </a:cubicBezTo>
                  <a:lnTo>
                    <a:pt x="902208" y="1828800"/>
                  </a:lnTo>
                  <a:cubicBezTo>
                    <a:pt x="403987" y="1828800"/>
                    <a:pt x="0" y="1424813"/>
                    <a:pt x="0" y="926592"/>
                  </a:cubicBezTo>
                  <a:close/>
                </a:path>
              </a:pathLst>
            </a:custGeom>
            <a:solidFill>
              <a:srgbClr val="7C3AED"/>
            </a:solidFill>
          </p:spPr>
        </p:sp>
      </p:grpSp>
      <p:grpSp>
        <p:nvGrpSpPr>
          <p:cNvPr id="25" name="Group 25"/>
          <p:cNvGrpSpPr/>
          <p:nvPr/>
        </p:nvGrpSpPr>
        <p:grpSpPr>
          <a:xfrm>
            <a:off x="5120640" y="6620256"/>
            <a:ext cx="8046453" cy="1371600"/>
            <a:chOff x="0" y="0"/>
            <a:chExt cx="10728604" cy="18288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0728600" cy="1828800"/>
            </a:xfrm>
            <a:custGeom>
              <a:avLst/>
              <a:gdLst/>
              <a:ahLst/>
              <a:cxnLst/>
              <a:rect l="l" t="t" r="r" b="b"/>
              <a:pathLst>
                <a:path w="10728600" h="1828800">
                  <a:moveTo>
                    <a:pt x="0" y="0"/>
                  </a:moveTo>
                  <a:lnTo>
                    <a:pt x="10728600" y="0"/>
                  </a:lnTo>
                  <a:lnTo>
                    <a:pt x="107286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4308" b="-64308"/>
              </a:stretch>
            </a:blipFill>
          </p:spPr>
        </p:sp>
        <p:sp>
          <p:nvSpPr>
            <p:cNvPr id="27" name="TextBox 27"/>
            <p:cNvSpPr txBox="1"/>
            <p:nvPr/>
          </p:nvSpPr>
          <p:spPr>
            <a:xfrm>
              <a:off x="0" y="-57150"/>
              <a:ext cx="10728604" cy="18859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419"/>
                </a:lnSpc>
              </a:pPr>
              <a:r>
                <a:rPr lang="en-US" sz="285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Открывайте в себе просторы →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1407</Words>
  <Application>Microsoft Office PowerPoint</Application>
  <PresentationFormat>Custom</PresentationFormat>
  <Paragraphs>430</Paragraphs>
  <Slides>22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Calibri</vt:lpstr>
      <vt:lpstr>Calibri (MS) Bold</vt:lpstr>
      <vt:lpstr>Calibri (MS)</vt:lpstr>
      <vt:lpstr>Arial</vt:lpstr>
      <vt:lpstr>Montserrat Bold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Глоссарий презентации.pptx</dc:title>
  <dc:creator>user</dc:creator>
  <cp:lastModifiedBy>user</cp:lastModifiedBy>
  <cp:revision>8</cp:revision>
  <dcterms:created xsi:type="dcterms:W3CDTF">2006-08-16T00:00:00Z</dcterms:created>
  <dcterms:modified xsi:type="dcterms:W3CDTF">2026-06-06T05:26:43Z</dcterms:modified>
  <dc:identifier>DAHLu8NsHZ4</dc:identifier>
</cp:coreProperties>
</file>